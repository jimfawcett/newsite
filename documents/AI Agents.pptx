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4650A2-E07E-40E8-AA9C-41C3501B3C82}" v="2" dt="2026-02-12T00:51:28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31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Fawcett" userId="8e51e0eb5f6d7f4b" providerId="LiveId" clId="{48D2E37E-D3D9-42CB-B0B1-D930C960B035}"/>
    <pc:docChg chg="custSel modSld">
      <pc:chgData name="James Fawcett" userId="8e51e0eb5f6d7f4b" providerId="LiveId" clId="{48D2E37E-D3D9-42CB-B0B1-D930C960B035}" dt="2026-02-12T18:50:04.743" v="308" actId="20577"/>
      <pc:docMkLst>
        <pc:docMk/>
      </pc:docMkLst>
      <pc:sldChg chg="modSp mod">
        <pc:chgData name="James Fawcett" userId="8e51e0eb5f6d7f4b" providerId="LiveId" clId="{48D2E37E-D3D9-42CB-B0B1-D930C960B035}" dt="2026-02-12T18:50:04.743" v="308" actId="20577"/>
        <pc:sldMkLst>
          <pc:docMk/>
          <pc:sldMk cId="1325313856" sldId="261"/>
        </pc:sldMkLst>
        <pc:spChg chg="mod">
          <ac:chgData name="James Fawcett" userId="8e51e0eb5f6d7f4b" providerId="LiveId" clId="{48D2E37E-D3D9-42CB-B0B1-D930C960B035}" dt="2026-02-12T18:50:04.743" v="308" actId="20577"/>
          <ac:spMkLst>
            <pc:docMk/>
            <pc:sldMk cId="1325313856" sldId="261"/>
            <ac:spMk id="3" creationId="{54F8602D-ACBD-5315-3F96-87FC4AA1726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E43D65-6CB0-4F0B-AC30-1424A11CD4C6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9EAA98-2CA6-4115-9225-5F3BA08515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181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Mike, Hello Viewers</a:t>
            </a:r>
          </a:p>
          <a:p>
            <a:endParaRPr lang="en-US" dirty="0"/>
          </a:p>
          <a:p>
            <a:r>
              <a:rPr lang="en-US" dirty="0"/>
              <a:t>This video focuses on AI 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EAA98-2CA6-4115-9225-5F3BA08515E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471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Agents are software applications that can use the local file system</a:t>
            </a:r>
          </a:p>
          <a:p>
            <a:endParaRPr lang="en-US" dirty="0"/>
          </a:p>
          <a:p>
            <a:r>
              <a:rPr lang="en-US" dirty="0"/>
              <a:t>And</a:t>
            </a:r>
          </a:p>
          <a:p>
            <a:endParaRPr lang="en-US" dirty="0"/>
          </a:p>
          <a:p>
            <a:r>
              <a:rPr lang="en-US" dirty="0"/>
              <a:t>Send https messages to a remote LLM defined by a platform key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EAA98-2CA6-4115-9225-5F3BA08515E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4145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Much of the application’s processing is executed in the local application</a:t>
            </a:r>
          </a:p>
          <a:p>
            <a:endParaRPr lang="en-US" dirty="0"/>
          </a:p>
          <a:p>
            <a:r>
              <a:rPr lang="en-US" dirty="0"/>
              <a:t>Only AI prompts go to the remote LLM</a:t>
            </a:r>
          </a:p>
          <a:p>
            <a:endParaRPr lang="en-US" dirty="0"/>
          </a:p>
          <a:p>
            <a:r>
              <a:rPr lang="en-US" dirty="0"/>
              <a:t>So</a:t>
            </a:r>
          </a:p>
          <a:p>
            <a:endParaRPr lang="en-US" dirty="0"/>
          </a:p>
          <a:p>
            <a:r>
              <a:rPr lang="en-US" dirty="0"/>
              <a:t>Fewer tokens, lower cost, faster processing</a:t>
            </a:r>
          </a:p>
          <a:p>
            <a:endParaRPr lang="en-US" dirty="0"/>
          </a:p>
          <a:p>
            <a:r>
              <a:rPr lang="en-US" dirty="0"/>
              <a:t>Can use language specific libraries for efficient implementation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EAA98-2CA6-4115-9225-5F3BA08515E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93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dev_agent.py is a Python application </a:t>
            </a:r>
          </a:p>
          <a:p>
            <a:endParaRPr lang="en-US" dirty="0"/>
          </a:p>
          <a:p>
            <a:r>
              <a:rPr lang="en-US" dirty="0"/>
              <a:t>provides support for single project development</a:t>
            </a:r>
          </a:p>
          <a:p>
            <a:endParaRPr lang="en-US" dirty="0"/>
          </a:p>
          <a:p>
            <a:r>
              <a:rPr lang="en-US" dirty="0"/>
              <a:t>Defines commands:</a:t>
            </a:r>
          </a:p>
          <a:p>
            <a:r>
              <a:rPr lang="en-US" dirty="0"/>
              <a:t>    /tree</a:t>
            </a:r>
          </a:p>
          <a:p>
            <a:r>
              <a:rPr lang="en-US" dirty="0"/>
              <a:t>    /files</a:t>
            </a:r>
          </a:p>
          <a:p>
            <a:r>
              <a:rPr lang="en-US" dirty="0"/>
              <a:t>    /analysis [file]</a:t>
            </a:r>
          </a:p>
          <a:p>
            <a:r>
              <a:rPr lang="en-US" dirty="0"/>
              <a:t>    /improve</a:t>
            </a:r>
          </a:p>
          <a:p>
            <a:r>
              <a:rPr lang="en-US" dirty="0"/>
              <a:t>    /readme</a:t>
            </a:r>
          </a:p>
          <a:p>
            <a:endParaRPr lang="en-US" dirty="0"/>
          </a:p>
          <a:p>
            <a:r>
              <a:rPr lang="en-US" dirty="0"/>
              <a:t>Accepts prompt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EAA98-2CA6-4115-9225-5F3BA08515E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777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Initial part of file analysis</a:t>
            </a:r>
          </a:p>
          <a:p>
            <a:endParaRPr lang="en-US" dirty="0"/>
          </a:p>
          <a:p>
            <a:r>
              <a:rPr lang="en-US" dirty="0"/>
              <a:t>See web site link for all of the /analysis 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EAA98-2CA6-4115-9225-5F3BA08515E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3864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78149-D3D7-FCDF-554F-C500954848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4EBE1A-1B0C-9AD5-856D-69ED1ABFF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E71F9-BA4F-7E65-DCCE-CFCEBFC0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FE303D-E3CD-626A-5A45-F63F7B4F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12BD5-3917-A094-4FFE-141284C1D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151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5B999-EFBB-6912-5EE7-719D251F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CB06B-2031-3C83-A197-D2FFB9928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6387-870A-794B-4A17-380444BC6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362777-FE5E-B240-48BD-1E500769A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0A1784-2E46-5025-33E4-B7437D5D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7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7CD72-FBF2-763B-A22F-FC63B71FA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8B44ED-A034-AD0F-A1A3-306247EC6E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DDBC1-D8DF-2127-F88F-BFAEF1D41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9112A-11DE-DA00-C22E-4BBDA6EE2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D906F-C2E7-19C2-D28C-043472ECC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41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D475D-B688-8313-EC6B-D0720D943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25E13-0A4B-37B9-DA1D-411B926595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99CE9-E94E-26A7-6D9E-F4F411E8C8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102061-0FBA-E71C-38CA-7DCF6505A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70F3B0-E852-DD8A-32F8-0F691A076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14B5C8-EB70-4955-E503-E435CEFCC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704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25FD0-883E-06C5-0127-59A14BF23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3A0422-5A6D-ABA7-0C44-78860E5777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F4CE3F-0029-0A67-04F0-6CB600977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04A68B-01D9-1A6D-274D-4FE811B73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FDA373-7E9A-3D7A-4F15-B3EFA37D3D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A9D677-9318-3511-4E69-F0FA3014A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0F583E-9750-E5EA-A5C7-E3271B2D6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C6379E-9D0F-656E-D5F7-F516B80F4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7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A4CC-6283-9165-5F35-06AF8AB12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70995-D5B0-0989-B5DB-A60786616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027130-90FE-391D-88EB-76F76FD3D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128FA-DB9F-4975-619F-551804029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778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9C713B-3777-34A7-2643-531AEB387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210DDF-7168-F10C-D018-E9C7EA4FD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AA1C5C-A6A4-022B-54BD-C2C085EFF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20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94475-8EEF-C881-B3A0-0E5EF3CE7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D17C9-D88D-D461-0F44-2AC4BF5CC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EB020-8654-56FC-5E26-6EC92354A1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848A9-9ADB-43D5-A12A-A6CC038B7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E35A9-E135-3DED-DC42-0F2D8442D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19D5B-A3C0-D1B2-1084-0A3E0B658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297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1F1D4-9F68-5B3B-19BE-7B157A728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7F8021-BA44-64E1-9474-88332126D2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82836E-AD28-BBDE-9D93-2972747EC6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3C0094-1F8B-5A3D-66D0-D9CAB7608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BF71CB-8FB2-AC09-DA73-8CA635BA5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CF456-8B35-DF2C-C12B-C4F3644E6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783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83A1D-E9FF-A204-2F9C-5B6E5940E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DFDBE6-EA82-C733-236E-A5585A17D6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F6D1E9-96F5-FD2F-2699-913CC6343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4D08F-A33D-25D6-7D14-1A10A7B00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21049-5A31-B22E-CA5E-2A33023D4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81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9B6665-7A27-852C-1864-BE94C3094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EFA5FD-00A2-22FE-D4CC-89F23938F6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B5F7D-9A3B-9C67-7EB5-5D1AFD462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D2C084-20C6-4AF8-079C-65164B2DB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3BAD5-DEBE-F143-3F10-D15B3B203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906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A7D6F7-DAF8-7CA7-F2D1-38B5D174B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E0784-C75C-1FB3-1D19-E882E8FDB6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5EABD-78C1-3E9C-3C30-E1DD43982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AF9593-C674-46EE-A627-D0710901FD0E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841689-0F63-5FB3-9005-7E6CED74B9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A65204-F8D0-DDD6-1D22-DAC9A8D60E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119BE1-575F-4CC6-A279-22DC464AA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7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jimfawcett.github.io/NewSite/Code/CodeBites_AgentAI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0F651-8319-16A0-E675-D0E11EFF5F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for Software Dev</a:t>
            </a:r>
            <a:br>
              <a:rPr lang="en-US" dirty="0"/>
            </a:br>
            <a:r>
              <a:rPr lang="en-US" sz="4000" dirty="0"/>
              <a:t>Video #2 – AI Agents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D21AFF-BCFD-F3D6-81ED-6EA642913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09856"/>
            <a:ext cx="9144000" cy="1655762"/>
          </a:xfrm>
        </p:spPr>
        <p:txBody>
          <a:bodyPr/>
          <a:lstStyle/>
          <a:p>
            <a:r>
              <a:rPr lang="en-US" dirty="0"/>
              <a:t>Jim Fawcett &amp; Mike Corley</a:t>
            </a:r>
          </a:p>
        </p:txBody>
      </p:sp>
    </p:spTree>
    <p:extLst>
      <p:ext uri="{BB962C8B-B14F-4D97-AF65-F5344CB8AC3E}">
        <p14:creationId xmlns:p14="http://schemas.microsoft.com/office/powerpoint/2010/main" val="1403938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E34A3-5A2F-EF43-D2CE-2D9D297ED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C36C0-79B1-F4B3-7C48-9E9188386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Agents are software applications that:</a:t>
            </a:r>
          </a:p>
          <a:p>
            <a:pPr lvl="1"/>
            <a:r>
              <a:rPr lang="en-US" dirty="0"/>
              <a:t>Focus on local projects</a:t>
            </a:r>
          </a:p>
          <a:p>
            <a:pPr lvl="1"/>
            <a:r>
              <a:rPr lang="en-US" dirty="0"/>
              <a:t>Define commands for frequent operations</a:t>
            </a:r>
          </a:p>
          <a:p>
            <a:pPr lvl="2"/>
            <a:r>
              <a:rPr lang="en-US" dirty="0"/>
              <a:t>Sequences of actions that support project development</a:t>
            </a:r>
          </a:p>
          <a:p>
            <a:pPr lvl="2"/>
            <a:r>
              <a:rPr lang="en-US" dirty="0"/>
              <a:t>Defined by the project domain</a:t>
            </a:r>
          </a:p>
          <a:p>
            <a:pPr lvl="1"/>
            <a:r>
              <a:rPr lang="en-US" dirty="0"/>
              <a:t>Provide helper functions to read from and write to project files</a:t>
            </a:r>
          </a:p>
          <a:p>
            <a:pPr lvl="1"/>
            <a:r>
              <a:rPr lang="en-US" dirty="0"/>
              <a:t>Send prompts and receive responses from a remote LLM</a:t>
            </a:r>
          </a:p>
          <a:p>
            <a:pPr lvl="2"/>
            <a:r>
              <a:rPr lang="en-US" dirty="0"/>
              <a:t>Defined by a </a:t>
            </a:r>
            <a:r>
              <a:rPr lang="en-US" dirty="0" err="1"/>
              <a:t>platfrom</a:t>
            </a:r>
            <a:r>
              <a:rPr lang="en-US" dirty="0"/>
              <a:t> key</a:t>
            </a:r>
          </a:p>
          <a:p>
            <a:pPr lvl="2"/>
            <a:r>
              <a:rPr lang="en-US" dirty="0"/>
              <a:t>Uses platform web messaging API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197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46087-1314-0215-0F14-AE9158061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31F6C-96D6-FD82-5DBF-DE259A6EB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Unlike chat bots, agents only send prompts for AI processing</a:t>
            </a:r>
          </a:p>
          <a:p>
            <a:pPr lvl="1"/>
            <a:r>
              <a:rPr lang="en-US" dirty="0"/>
              <a:t>No need to paste code text or zip files at end of prompt</a:t>
            </a:r>
          </a:p>
          <a:p>
            <a:pPr lvl="1"/>
            <a:r>
              <a:rPr lang="en-US" dirty="0"/>
              <a:t>That means fewer tokens transferred, faster processing, and more reliable actions since those are defined in user application code</a:t>
            </a:r>
          </a:p>
          <a:p>
            <a:r>
              <a:rPr lang="en-US" dirty="0"/>
              <a:t>Agents can be defined using any language for which there are messaging APIs</a:t>
            </a:r>
          </a:p>
          <a:p>
            <a:pPr lvl="1"/>
            <a:r>
              <a:rPr lang="en-US" dirty="0"/>
              <a:t>Python, Rust, C++, C#, and JavaScript</a:t>
            </a:r>
          </a:p>
          <a:p>
            <a:pPr lvl="1"/>
            <a:r>
              <a:rPr lang="en-US" dirty="0"/>
              <a:t>Existing libraries can be imported by the agent source to make development more productive and have more domain knowledge</a:t>
            </a:r>
          </a:p>
        </p:txBody>
      </p:sp>
    </p:spTree>
    <p:extLst>
      <p:ext uri="{BB962C8B-B14F-4D97-AF65-F5344CB8AC3E}">
        <p14:creationId xmlns:p14="http://schemas.microsoft.com/office/powerpoint/2010/main" val="1061831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2D361-8C91-0BCA-8872-CF762299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Basic Support for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A59D71-E1BC-5B1C-5723-2EFCC42FF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example agent, </a:t>
            </a:r>
            <a:r>
              <a:rPr lang="en-US" b="1" dirty="0">
                <a:latin typeface="Consolas" panose="020B0609020204030204" pitchFamily="49" charset="0"/>
              </a:rPr>
              <a:t>dev_agent.py</a:t>
            </a:r>
            <a:r>
              <a:rPr lang="en-US" dirty="0">
                <a:latin typeface="+mj-lt"/>
              </a:rPr>
              <a:t>, provides support for:</a:t>
            </a:r>
          </a:p>
          <a:p>
            <a:pPr lvl="1"/>
            <a:r>
              <a:rPr lang="en-US" dirty="0">
                <a:latin typeface="+mj-lt"/>
              </a:rPr>
              <a:t>File analysis</a:t>
            </a:r>
          </a:p>
          <a:p>
            <a:pPr lvl="1"/>
            <a:r>
              <a:rPr lang="en-US" dirty="0">
                <a:latin typeface="+mj-lt"/>
              </a:rPr>
              <a:t>Project improvement suggestions</a:t>
            </a:r>
          </a:p>
          <a:p>
            <a:pPr lvl="1"/>
            <a:r>
              <a:rPr lang="en-US" dirty="0">
                <a:latin typeface="+mj-lt"/>
              </a:rPr>
              <a:t>Show project directory tree</a:t>
            </a:r>
          </a:p>
          <a:p>
            <a:pPr lvl="1"/>
            <a:r>
              <a:rPr lang="en-US" dirty="0">
                <a:latin typeface="+mj-lt"/>
              </a:rPr>
              <a:t>List project files</a:t>
            </a:r>
          </a:p>
          <a:p>
            <a:pPr lvl="1"/>
            <a:r>
              <a:rPr lang="en-US" dirty="0">
                <a:latin typeface="+mj-lt"/>
              </a:rPr>
              <a:t>Generate README markdown file</a:t>
            </a:r>
          </a:p>
          <a:p>
            <a:pPr lvl="1"/>
            <a:r>
              <a:rPr lang="en-US" dirty="0">
                <a:latin typeface="+mj-lt"/>
              </a:rPr>
              <a:t>Custom prompts</a:t>
            </a:r>
          </a:p>
          <a:p>
            <a:r>
              <a:rPr lang="en-US" dirty="0">
                <a:latin typeface="+mj-lt"/>
              </a:rPr>
              <a:t>It was generated using a claude.ai prompt and sent to local download</a:t>
            </a:r>
          </a:p>
          <a:p>
            <a:r>
              <a:rPr lang="en-US" dirty="0">
                <a:latin typeface="+mj-lt"/>
              </a:rPr>
              <a:t>It executes in a Windows 11 PowerShell terminal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1160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F1D3-BC06-55F9-E06D-E1F8459E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Prompt &amp; Partial 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A73C8-F84E-0C8D-449B-E70E1E91F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" y="1588366"/>
            <a:ext cx="11087100" cy="4904509"/>
          </a:xfrm>
        </p:spPr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US" sz="4300" b="1" dirty="0"/>
              <a:t>You: /analyze ./src/lib.rs</a:t>
            </a:r>
          </a:p>
          <a:p>
            <a:pPr marL="0" indent="0">
              <a:buNone/>
            </a:pPr>
            <a:endParaRPr lang="en-US" sz="4300" dirty="0"/>
          </a:p>
          <a:p>
            <a:pPr marL="0" indent="0">
              <a:buNone/>
            </a:pPr>
            <a:r>
              <a:rPr lang="en-US" sz="4300" dirty="0"/>
              <a:t>🔍 Analyzing...</a:t>
            </a:r>
          </a:p>
          <a:p>
            <a:pPr marL="0" indent="0">
              <a:buNone/>
            </a:pPr>
            <a:endParaRPr lang="en-US" sz="4300" dirty="0"/>
          </a:p>
          <a:p>
            <a:pPr marL="0" indent="0">
              <a:buNone/>
            </a:pPr>
            <a:r>
              <a:rPr lang="en-US" sz="4300" dirty="0"/>
              <a:t>Agent: ## Analysis of `./</a:t>
            </a:r>
            <a:r>
              <a:rPr lang="en-US" sz="4300" dirty="0" err="1"/>
              <a:t>src</a:t>
            </a:r>
            <a:r>
              <a:rPr lang="en-US" sz="4300" dirty="0"/>
              <a:t>/lib.rs`</a:t>
            </a:r>
          </a:p>
          <a:p>
            <a:pPr marL="0" indent="0">
              <a:buNone/>
            </a:pPr>
            <a:endParaRPr lang="en-US" sz="4300" dirty="0"/>
          </a:p>
          <a:p>
            <a:pPr marL="0" indent="0">
              <a:buNone/>
            </a:pPr>
            <a:r>
              <a:rPr lang="en-US" sz="4300" dirty="0"/>
              <a:t>### 1. Purpose and Functionality</a:t>
            </a:r>
          </a:p>
          <a:p>
            <a:pPr marL="0" indent="0">
              <a:buNone/>
            </a:pPr>
            <a:endParaRPr lang="en-US" sz="4300" dirty="0"/>
          </a:p>
          <a:p>
            <a:pPr marL="0" indent="0">
              <a:buNone/>
            </a:pPr>
            <a:r>
              <a:rPr lang="en-US" sz="4300" dirty="0"/>
              <a:t>This is a generic directory navigation library (`</a:t>
            </a:r>
            <a:r>
              <a:rPr lang="en-US" sz="4300" dirty="0" err="1"/>
              <a:t>rust_dir_nav</a:t>
            </a:r>
            <a:r>
              <a:rPr lang="en-US" sz="4300" dirty="0"/>
              <a:t>`) that provides a configurable way to traverse directory trees and process files/directories. Key features:</a:t>
            </a:r>
          </a:p>
          <a:p>
            <a:pPr marL="0" indent="0">
              <a:buNone/>
            </a:pPr>
            <a:endParaRPr lang="en-US" sz="4300" dirty="0"/>
          </a:p>
          <a:p>
            <a:pPr marL="0" indent="0">
              <a:buNone/>
            </a:pPr>
            <a:r>
              <a:rPr lang="en-US" sz="4300" dirty="0"/>
              <a:t>- **Generic Design**: Uses a trait-based approach (`</a:t>
            </a:r>
            <a:r>
              <a:rPr lang="en-US" sz="4300" dirty="0" err="1"/>
              <a:t>DirEvent</a:t>
            </a:r>
            <a:r>
              <a:rPr lang="en-US" sz="4300" dirty="0"/>
              <a:t>`) allowing users to define custom handlers for files and directories</a:t>
            </a:r>
          </a:p>
          <a:p>
            <a:pPr marL="0" indent="0">
              <a:buNone/>
            </a:pPr>
            <a:r>
              <a:rPr lang="en-US" sz="4300" dirty="0"/>
              <a:t>- **Pattern Matching**: Filters files by extensions (patterns)</a:t>
            </a:r>
          </a:p>
          <a:p>
            <a:pPr marL="0" indent="0">
              <a:buNone/>
            </a:pPr>
            <a:r>
              <a:rPr lang="en-US" sz="4300" dirty="0"/>
              <a:t>- **Configurable Traversal**: Options for recursive traversal and hiding empty directories</a:t>
            </a:r>
          </a:p>
          <a:p>
            <a:pPr marL="0" indent="0">
              <a:buNone/>
            </a:pPr>
            <a:r>
              <a:rPr lang="en-US" sz="4300" dirty="0"/>
              <a:t>- **Cross-platform**: Handles Windows/Linux path separator differences</a:t>
            </a:r>
          </a:p>
          <a:p>
            <a:pPr marL="0" indent="0">
              <a:buNone/>
            </a:pPr>
            <a:endParaRPr lang="en-US" sz="4300" dirty="0"/>
          </a:p>
          <a:p>
            <a:pPr marL="0" indent="0">
              <a:buNone/>
            </a:pPr>
            <a:r>
              <a:rPr lang="en-US" sz="4300" dirty="0"/>
              <a:t>The library follows a depth-first search algorithm to traverse directories and calls user-defined handlers for matching files.</a:t>
            </a:r>
          </a:p>
        </p:txBody>
      </p:sp>
    </p:spTree>
    <p:extLst>
      <p:ext uri="{BB962C8B-B14F-4D97-AF65-F5344CB8AC3E}">
        <p14:creationId xmlns:p14="http://schemas.microsoft.com/office/powerpoint/2010/main" val="3806068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BC19A-BA1F-3D6E-F265-0EBEFEA17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8602D-ACBD-5315-3F96-87FC4AA17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This second presentation focuses on AI agents</a:t>
            </a:r>
          </a:p>
          <a:p>
            <a:pPr lvl="1"/>
            <a:r>
              <a:rPr lang="en-US" sz="1800" dirty="0"/>
              <a:t>You can find all the details here:</a:t>
            </a:r>
            <a:br>
              <a:rPr lang="en-US" sz="1800" dirty="0"/>
            </a:br>
            <a:r>
              <a:rPr lang="en-US" dirty="0"/>
              <a:t>    </a:t>
            </a:r>
            <a:r>
              <a:rPr lang="en-US" sz="1600" dirty="0">
                <a:latin typeface="Consolas" panose="020B0609020204030204" pitchFamily="49" charset="0"/>
                <a:hlinkClick r:id="rId2"/>
              </a:rPr>
              <a:t>https://jimfawcett.github.io/NewSite/Code/CodeBites_AgentAI.html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800" dirty="0">
                <a:latin typeface="Aptos Body"/>
              </a:rPr>
              <a:t>The first presentation explores:</a:t>
            </a:r>
          </a:p>
          <a:p>
            <a:pPr lvl="1"/>
            <a:r>
              <a:rPr lang="en-US" sz="1800" dirty="0">
                <a:latin typeface="Aptos Body"/>
              </a:rPr>
              <a:t>AI Chat Bots</a:t>
            </a:r>
          </a:p>
          <a:p>
            <a:pPr lvl="1"/>
            <a:r>
              <a:rPr lang="en-US" sz="1800" dirty="0">
                <a:latin typeface="Aptos Body"/>
              </a:rPr>
              <a:t>Use web application defined by platform to communicate with LLM</a:t>
            </a:r>
          </a:p>
          <a:p>
            <a:pPr lvl="1"/>
            <a:r>
              <a:rPr lang="en-US" sz="1800" dirty="0">
                <a:latin typeface="Aptos Body"/>
              </a:rPr>
              <a:t>Cannot read or write local files</a:t>
            </a:r>
          </a:p>
          <a:p>
            <a:r>
              <a:rPr lang="en-US" sz="1800" dirty="0">
                <a:latin typeface="Aptos Body"/>
              </a:rPr>
              <a:t>The third presentation explores:</a:t>
            </a:r>
          </a:p>
          <a:p>
            <a:pPr lvl="1"/>
            <a:r>
              <a:rPr lang="en-US" sz="1800" dirty="0">
                <a:latin typeface="Aptos Body"/>
              </a:rPr>
              <a:t>AI Consoles</a:t>
            </a:r>
          </a:p>
          <a:p>
            <a:pPr lvl="1"/>
            <a:r>
              <a:rPr lang="en-US" sz="1800" dirty="0">
                <a:latin typeface="Aptos Body"/>
              </a:rPr>
              <a:t>Uses HTTPS-based API to communicate with remote LLM</a:t>
            </a:r>
          </a:p>
          <a:p>
            <a:pPr lvl="1"/>
            <a:r>
              <a:rPr lang="en-US" sz="1800" dirty="0">
                <a:latin typeface="Aptos Body"/>
              </a:rPr>
              <a:t>Can read from and write to local file system</a:t>
            </a:r>
          </a:p>
          <a:p>
            <a:pPr lvl="1"/>
            <a:r>
              <a:rPr lang="en-US" sz="1800">
                <a:latin typeface="Aptos Body"/>
              </a:rPr>
              <a:t>Must restart to </a:t>
            </a:r>
            <a:r>
              <a:rPr lang="en-US" sz="1800" dirty="0">
                <a:latin typeface="Aptos Body"/>
              </a:rPr>
              <a:t>change current </a:t>
            </a:r>
            <a:r>
              <a:rPr lang="en-US" sz="1800">
                <a:latin typeface="Aptos Body"/>
              </a:rPr>
              <a:t>working directory</a:t>
            </a:r>
            <a:endParaRPr lang="en-US" sz="1800" dirty="0">
              <a:latin typeface="Aptos Body"/>
            </a:endParaRPr>
          </a:p>
        </p:txBody>
      </p:sp>
    </p:spTree>
    <p:extLst>
      <p:ext uri="{BB962C8B-B14F-4D97-AF65-F5344CB8AC3E}">
        <p14:creationId xmlns:p14="http://schemas.microsoft.com/office/powerpoint/2010/main" val="1325313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590</Words>
  <Application>Microsoft Office PowerPoint</Application>
  <PresentationFormat>Widescreen</PresentationFormat>
  <Paragraphs>95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Body</vt:lpstr>
      <vt:lpstr>Aptos Display</vt:lpstr>
      <vt:lpstr>Arial</vt:lpstr>
      <vt:lpstr>Consolas</vt:lpstr>
      <vt:lpstr>Office Theme</vt:lpstr>
      <vt:lpstr>AI for Software Dev Video #2 – AI Agents</vt:lpstr>
      <vt:lpstr>AI Agents</vt:lpstr>
      <vt:lpstr>Advantages</vt:lpstr>
      <vt:lpstr>Example – Basic Support for Development</vt:lpstr>
      <vt:lpstr>Example – Prompt &amp; Partial Response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Fawcett</dc:creator>
  <cp:lastModifiedBy>James Fawcett</cp:lastModifiedBy>
  <cp:revision>2</cp:revision>
  <dcterms:created xsi:type="dcterms:W3CDTF">2026-02-11T21:38:52Z</dcterms:created>
  <dcterms:modified xsi:type="dcterms:W3CDTF">2026-02-12T18:50:10Z</dcterms:modified>
</cp:coreProperties>
</file>