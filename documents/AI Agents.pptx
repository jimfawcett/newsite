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650A2-E07E-40E8-AA9C-41C3501B3C82}" v="2" dt="2026-02-12T00:51:28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3D65-6CB0-4F0B-AC30-1424A11CD4C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EAA98-2CA6-4115-9225-5F3BA0851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81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Mike, Hello Viewers</a:t>
            </a:r>
          </a:p>
          <a:p>
            <a:endParaRPr lang="en-US" dirty="0"/>
          </a:p>
          <a:p>
            <a:r>
              <a:rPr lang="en-US" dirty="0"/>
              <a:t>This video focuses on AI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EAA98-2CA6-4115-9225-5F3BA0851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71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Agents are software applications that can use the local file system</a:t>
            </a:r>
          </a:p>
          <a:p>
            <a:endParaRPr lang="en-US" dirty="0"/>
          </a:p>
          <a:p>
            <a:r>
              <a:rPr lang="en-US" dirty="0"/>
              <a:t>And</a:t>
            </a:r>
          </a:p>
          <a:p>
            <a:endParaRPr lang="en-US" dirty="0"/>
          </a:p>
          <a:p>
            <a:r>
              <a:rPr lang="en-US" dirty="0"/>
              <a:t>Send https messages to a remote LLM defined by a platform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EAA98-2CA6-4115-9225-5F3BA0851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1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of the application’s processing is executed in the local application</a:t>
            </a:r>
          </a:p>
          <a:p>
            <a:endParaRPr lang="en-US" dirty="0"/>
          </a:p>
          <a:p>
            <a:r>
              <a:rPr lang="en-US" dirty="0"/>
              <a:t>Only AI prompts go to the remote LLM</a:t>
            </a:r>
          </a:p>
          <a:p>
            <a:endParaRPr lang="en-US" dirty="0"/>
          </a:p>
          <a:p>
            <a:r>
              <a:rPr lang="en-US" dirty="0"/>
              <a:t>So</a:t>
            </a:r>
          </a:p>
          <a:p>
            <a:endParaRPr lang="en-US" dirty="0"/>
          </a:p>
          <a:p>
            <a:r>
              <a:rPr lang="en-US" dirty="0"/>
              <a:t>Fewer tokens, lower cost, faster processing</a:t>
            </a:r>
          </a:p>
          <a:p>
            <a:endParaRPr lang="en-US" dirty="0"/>
          </a:p>
          <a:p>
            <a:r>
              <a:rPr lang="en-US" dirty="0"/>
              <a:t>Can use language specific libraries for efficient implementation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EAA98-2CA6-4115-9225-5F3BA0851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0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dev_agent.py is a Python application </a:t>
            </a:r>
          </a:p>
          <a:p>
            <a:endParaRPr lang="en-US" dirty="0"/>
          </a:p>
          <a:p>
            <a:r>
              <a:rPr lang="en-US" dirty="0"/>
              <a:t>provides support for single project development</a:t>
            </a:r>
          </a:p>
          <a:p>
            <a:endParaRPr lang="en-US" dirty="0"/>
          </a:p>
          <a:p>
            <a:r>
              <a:rPr lang="en-US" dirty="0"/>
              <a:t>Defines commands:</a:t>
            </a:r>
          </a:p>
          <a:p>
            <a:r>
              <a:rPr lang="en-US" dirty="0"/>
              <a:t>    /tree</a:t>
            </a:r>
          </a:p>
          <a:p>
            <a:r>
              <a:rPr lang="en-US" dirty="0"/>
              <a:t>    /files</a:t>
            </a:r>
          </a:p>
          <a:p>
            <a:r>
              <a:rPr lang="en-US" dirty="0"/>
              <a:t>    /analysis [file]</a:t>
            </a:r>
          </a:p>
          <a:p>
            <a:r>
              <a:rPr lang="en-US" dirty="0"/>
              <a:t>    /improve</a:t>
            </a:r>
          </a:p>
          <a:p>
            <a:r>
              <a:rPr lang="en-US" dirty="0"/>
              <a:t>    /readme</a:t>
            </a:r>
          </a:p>
          <a:p>
            <a:endParaRPr lang="en-US" dirty="0"/>
          </a:p>
          <a:p>
            <a:r>
              <a:rPr lang="en-US" dirty="0"/>
              <a:t>Accepts prompt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EAA98-2CA6-4115-9225-5F3BA0851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77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part of file analysis</a:t>
            </a:r>
          </a:p>
          <a:p>
            <a:endParaRPr lang="en-US" dirty="0"/>
          </a:p>
          <a:p>
            <a:r>
              <a:rPr lang="en-US" dirty="0"/>
              <a:t>See web site link for all of the /analysis 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EAA98-2CA6-4115-9225-5F3BA0851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6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8149-D3D7-FCDF-554F-C50095484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EBE1A-1B0C-9AD5-856D-69ED1ABFF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E71F9-BA4F-7E65-DCCE-CFCEBFC0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E303D-E3CD-626A-5A45-F63F7B4F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12BD5-3917-A094-4FFE-141284C1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5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B999-EFBB-6912-5EE7-719D251F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CB06B-2031-3C83-A197-D2FFB9928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6387-870A-794B-4A17-380444BC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2777-FE5E-B240-48BD-1E500769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A1784-2E46-5025-33E4-B7437D5D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7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7CD72-FBF2-763B-A22F-FC63B71F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B44ED-A034-AD0F-A1A3-306247EC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DDBC1-D8DF-2127-F88F-BFAEF1D4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9112A-11DE-DA00-C22E-4BBDA6EE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D906F-C2E7-19C2-D28C-043472EC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475D-B688-8313-EC6B-D0720D94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5E13-0A4B-37B9-DA1D-411B92659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99CE9-E94E-26A7-6D9E-F4F411E8C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02061-0FBA-E71C-38CA-7DCF6505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0F3B0-E852-DD8A-32F8-0F691A07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4B5C8-EB70-4955-E503-E435CEFC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0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5FD0-883E-06C5-0127-59A14BF2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A0422-5A6D-ABA7-0C44-78860E577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4CE3F-0029-0A67-04F0-6CB600977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4A68B-01D9-1A6D-274D-4FE811B73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DA373-7E9A-3D7A-4F15-B3EFA37D3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9D677-9318-3511-4E69-F0FA3014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F583E-9750-E5EA-A5C7-E3271B2D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6379E-9D0F-656E-D5F7-F516B80F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4CC-6283-9165-5F35-06AF8AB1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0995-D5B0-0989-B5DB-A6078661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27130-90FE-391D-88EB-76F76FD3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128FA-DB9F-4975-619F-55180402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7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C713B-3777-34A7-2643-531AEB38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10DDF-7168-F10C-D018-E9C7EA4F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1C5C-A6A4-022B-54BD-C2C085EF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4475-8EEF-C881-B3A0-0E5EF3CE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17C9-D88D-D461-0F44-2AC4BF5CC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EB020-8654-56FC-5E26-6EC92354A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848A9-9ADB-43D5-A12A-A6CC038B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E35A9-E135-3DED-DC42-0F2D8442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19D5B-A3C0-D1B2-1084-0A3E0B65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9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F1D4-9F68-5B3B-19BE-7B157A728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F8021-BA44-64E1-9474-88332126D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2836E-AD28-BBDE-9D93-2972747EC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C0094-1F8B-5A3D-66D0-D9CAB760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F71CB-8FB2-AC09-DA73-8CA635BA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CF456-8B35-DF2C-C12B-C4F3644E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8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3A1D-E9FF-A204-2F9C-5B6E5940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FDBE6-EA82-C733-236E-A5585A17D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D1E9-96F5-FD2F-2699-913CC634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4D08F-A33D-25D6-7D14-1A10A7B0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1049-5A31-B22E-CA5E-2A33023D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B6665-7A27-852C-1864-BE94C3094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FA5FD-00A2-22FE-D4CC-89F23938F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B5F7D-9A3B-9C67-7EB5-5D1AFD46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C084-20C6-4AF8-079C-65164B2D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BAD5-DEBE-F143-3F10-D15B3B20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0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7D6F7-DAF8-7CA7-F2D1-38B5D174B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E0784-C75C-1FB3-1D19-E882E8FDB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5EABD-78C1-3E9C-3C30-E1DD43982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F9593-C674-46EE-A627-D0710901FD0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41689-0F63-5FB3-9005-7E6CED74B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65204-F8D0-DDD6-1D22-DAC9A8D60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19BE1-575F-4CC6-A279-22DC464A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imfawcett.github.io/NewSite/Code/CodeBites_AgentAI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F651-8319-16A0-E675-D0E11EFF5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for Software Dev</a:t>
            </a:r>
            <a:br>
              <a:rPr lang="en-US" dirty="0"/>
            </a:br>
            <a:r>
              <a:rPr lang="en-US" sz="4000" dirty="0"/>
              <a:t>Video #2 – AI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21AFF-BCFD-F3D6-81ED-6EA642913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9856"/>
            <a:ext cx="9144000" cy="1655762"/>
          </a:xfrm>
        </p:spPr>
        <p:txBody>
          <a:bodyPr/>
          <a:lstStyle/>
          <a:p>
            <a:r>
              <a:rPr lang="en-US" dirty="0"/>
              <a:t>Jim Fawcett &amp; Mike Corley</a:t>
            </a:r>
          </a:p>
        </p:txBody>
      </p:sp>
    </p:spTree>
    <p:extLst>
      <p:ext uri="{BB962C8B-B14F-4D97-AF65-F5344CB8AC3E}">
        <p14:creationId xmlns:p14="http://schemas.microsoft.com/office/powerpoint/2010/main" val="140393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34A3-5A2F-EF43-D2CE-2D9D297E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C36C0-79B1-F4B3-7C48-9E9188386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are software applications that:</a:t>
            </a:r>
          </a:p>
          <a:p>
            <a:pPr lvl="1"/>
            <a:r>
              <a:rPr lang="en-US" dirty="0"/>
              <a:t>Focus on local projects</a:t>
            </a:r>
          </a:p>
          <a:p>
            <a:pPr lvl="1"/>
            <a:r>
              <a:rPr lang="en-US" dirty="0"/>
              <a:t>Define commands for frequent operations</a:t>
            </a:r>
          </a:p>
          <a:p>
            <a:pPr lvl="2"/>
            <a:r>
              <a:rPr lang="en-US" dirty="0"/>
              <a:t>Sequences of actions that support project development</a:t>
            </a:r>
          </a:p>
          <a:p>
            <a:pPr lvl="2"/>
            <a:r>
              <a:rPr lang="en-US" dirty="0"/>
              <a:t>Defined by the project domain</a:t>
            </a:r>
          </a:p>
          <a:p>
            <a:pPr lvl="1"/>
            <a:r>
              <a:rPr lang="en-US" dirty="0"/>
              <a:t>Provide helper functions to read from and write to project files</a:t>
            </a:r>
          </a:p>
          <a:p>
            <a:pPr lvl="1"/>
            <a:r>
              <a:rPr lang="en-US" dirty="0"/>
              <a:t>Send prompts and receive responses from a remote LLM</a:t>
            </a:r>
          </a:p>
          <a:p>
            <a:pPr lvl="2"/>
            <a:r>
              <a:rPr lang="en-US" dirty="0"/>
              <a:t>Defined by a </a:t>
            </a:r>
            <a:r>
              <a:rPr lang="en-US" dirty="0" err="1"/>
              <a:t>platfrom</a:t>
            </a:r>
            <a:r>
              <a:rPr lang="en-US" dirty="0"/>
              <a:t> key</a:t>
            </a:r>
          </a:p>
          <a:p>
            <a:pPr lvl="2"/>
            <a:r>
              <a:rPr lang="en-US" dirty="0"/>
              <a:t>Uses platform web messaging API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97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6087-1314-0215-0F14-AE915806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31F6C-96D6-FD82-5DBF-DE259A6EB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chat bots, agents only send prompts for AI processing</a:t>
            </a:r>
          </a:p>
          <a:p>
            <a:pPr lvl="1"/>
            <a:r>
              <a:rPr lang="en-US" dirty="0"/>
              <a:t>No need to paste code text or zip files at end of prompt</a:t>
            </a:r>
          </a:p>
          <a:p>
            <a:pPr lvl="1"/>
            <a:r>
              <a:rPr lang="en-US" dirty="0"/>
              <a:t>That means fewer tokens transferred, faster processing, and more reliable actions since those are defined in user application code</a:t>
            </a:r>
          </a:p>
          <a:p>
            <a:r>
              <a:rPr lang="en-US" dirty="0"/>
              <a:t>Agents can be defined using any language for which there are messaging APIs</a:t>
            </a:r>
          </a:p>
          <a:p>
            <a:pPr lvl="1"/>
            <a:r>
              <a:rPr lang="en-US" dirty="0"/>
              <a:t>Python, Rust, C++, C#, and JavaScript</a:t>
            </a:r>
          </a:p>
          <a:p>
            <a:pPr lvl="1"/>
            <a:r>
              <a:rPr lang="en-US" dirty="0"/>
              <a:t>Existing libraries can be imported by the agent source to make development more productive and have more domain knowledge</a:t>
            </a:r>
          </a:p>
        </p:txBody>
      </p:sp>
    </p:spTree>
    <p:extLst>
      <p:ext uri="{BB962C8B-B14F-4D97-AF65-F5344CB8AC3E}">
        <p14:creationId xmlns:p14="http://schemas.microsoft.com/office/powerpoint/2010/main" val="106183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D361-8C91-0BCA-8872-CF762299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Basic Support for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59D71-E1BC-5B1C-5723-2EFCC42F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example agent, </a:t>
            </a:r>
            <a:r>
              <a:rPr lang="en-US" b="1" dirty="0">
                <a:latin typeface="Consolas" panose="020B0609020204030204" pitchFamily="49" charset="0"/>
              </a:rPr>
              <a:t>dev_agent.py</a:t>
            </a:r>
            <a:r>
              <a:rPr lang="en-US" dirty="0">
                <a:latin typeface="+mj-lt"/>
              </a:rPr>
              <a:t>, provides support for:</a:t>
            </a:r>
          </a:p>
          <a:p>
            <a:pPr lvl="1"/>
            <a:r>
              <a:rPr lang="en-US" dirty="0">
                <a:latin typeface="+mj-lt"/>
              </a:rPr>
              <a:t>File analysis</a:t>
            </a:r>
          </a:p>
          <a:p>
            <a:pPr lvl="1"/>
            <a:r>
              <a:rPr lang="en-US" dirty="0">
                <a:latin typeface="+mj-lt"/>
              </a:rPr>
              <a:t>Project improvement suggestions</a:t>
            </a:r>
          </a:p>
          <a:p>
            <a:pPr lvl="1"/>
            <a:r>
              <a:rPr lang="en-US" dirty="0">
                <a:latin typeface="+mj-lt"/>
              </a:rPr>
              <a:t>Show project directory tree</a:t>
            </a:r>
          </a:p>
          <a:p>
            <a:pPr lvl="1"/>
            <a:r>
              <a:rPr lang="en-US" dirty="0">
                <a:latin typeface="+mj-lt"/>
              </a:rPr>
              <a:t>List project files</a:t>
            </a:r>
          </a:p>
          <a:p>
            <a:pPr lvl="1"/>
            <a:r>
              <a:rPr lang="en-US" dirty="0">
                <a:latin typeface="+mj-lt"/>
              </a:rPr>
              <a:t>Generate README markdown file</a:t>
            </a:r>
          </a:p>
          <a:p>
            <a:pPr lvl="1"/>
            <a:r>
              <a:rPr lang="en-US" dirty="0">
                <a:latin typeface="+mj-lt"/>
              </a:rPr>
              <a:t>Custom prompts</a:t>
            </a:r>
          </a:p>
          <a:p>
            <a:r>
              <a:rPr lang="en-US" dirty="0">
                <a:latin typeface="+mj-lt"/>
              </a:rPr>
              <a:t>It was generated using a claude.ai prompt and sent to local download</a:t>
            </a:r>
          </a:p>
          <a:p>
            <a:r>
              <a:rPr lang="en-US" dirty="0">
                <a:latin typeface="+mj-lt"/>
              </a:rPr>
              <a:t>It executes in a Windows 11 PowerShell terminal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16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F1D3-BC06-55F9-E06D-E1F8459E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Prompt &amp; Partial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73C8-F84E-0C8D-449B-E70E1E91F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88366"/>
            <a:ext cx="11087100" cy="490450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dirty="0"/>
              <a:t>You: /analyze ./src/lib.rs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🔍 Analyzing...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Agent: ## Analysis of `./</a:t>
            </a:r>
            <a:r>
              <a:rPr lang="en-US" sz="4300" dirty="0" err="1"/>
              <a:t>src</a:t>
            </a:r>
            <a:r>
              <a:rPr lang="en-US" sz="4300" dirty="0"/>
              <a:t>/lib.rs`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### 1. Purpose and Functionality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This is a generic directory navigation library (`</a:t>
            </a:r>
            <a:r>
              <a:rPr lang="en-US" sz="4300" dirty="0" err="1"/>
              <a:t>rust_dir_nav</a:t>
            </a:r>
            <a:r>
              <a:rPr lang="en-US" sz="4300" dirty="0"/>
              <a:t>`) that provides a configurable way to traverse directory trees and process files/directories. Key features: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- **Generic Design**: Uses a trait-based approach (`</a:t>
            </a:r>
            <a:r>
              <a:rPr lang="en-US" sz="4300" dirty="0" err="1"/>
              <a:t>DirEvent</a:t>
            </a:r>
            <a:r>
              <a:rPr lang="en-US" sz="4300" dirty="0"/>
              <a:t>`) allowing users to define custom handlers for files and directories</a:t>
            </a:r>
          </a:p>
          <a:p>
            <a:pPr marL="0" indent="0">
              <a:buNone/>
            </a:pPr>
            <a:r>
              <a:rPr lang="en-US" sz="4300" dirty="0"/>
              <a:t>- **Pattern Matching**: Filters files by extensions (patterns)</a:t>
            </a:r>
          </a:p>
          <a:p>
            <a:pPr marL="0" indent="0">
              <a:buNone/>
            </a:pPr>
            <a:r>
              <a:rPr lang="en-US" sz="4300" dirty="0"/>
              <a:t>- **Configurable Traversal**: Options for recursive traversal and hiding empty directories</a:t>
            </a:r>
          </a:p>
          <a:p>
            <a:pPr marL="0" indent="0">
              <a:buNone/>
            </a:pPr>
            <a:r>
              <a:rPr lang="en-US" sz="4300" dirty="0"/>
              <a:t>- **Cross-platform**: Handles Windows/Linux path separator differences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The library follows a depth-first search algorithm to traverse directories and calls user-defined handlers for matching files.</a:t>
            </a:r>
          </a:p>
        </p:txBody>
      </p:sp>
    </p:spTree>
    <p:extLst>
      <p:ext uri="{BB962C8B-B14F-4D97-AF65-F5344CB8AC3E}">
        <p14:creationId xmlns:p14="http://schemas.microsoft.com/office/powerpoint/2010/main" val="380606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C19A-BA1F-3D6E-F265-0EBEFEA1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602D-ACBD-5315-3F96-87FC4AA17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This third presentation focuses on AI Command Line Interface (CLI)</a:t>
            </a:r>
          </a:p>
          <a:p>
            <a:pPr lvl="1"/>
            <a:r>
              <a:rPr lang="en-US" sz="1800" dirty="0"/>
              <a:t>You can find all the details here:</a:t>
            </a:r>
            <a:br>
              <a:rPr lang="en-US" sz="1800" dirty="0"/>
            </a:br>
            <a:r>
              <a:rPr lang="en-US" dirty="0"/>
              <a:t>    </a:t>
            </a:r>
            <a:r>
              <a:rPr lang="en-US" sz="1600" dirty="0">
                <a:latin typeface="Consolas" panose="020B0609020204030204" pitchFamily="49" charset="0"/>
                <a:hlinkClick r:id="rId2"/>
              </a:rPr>
              <a:t>https://jimfawcett.github.io/NewSite/Code/CodeBites_AgentAI.html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800" dirty="0">
                <a:latin typeface="Aptos Body"/>
              </a:rPr>
              <a:t>The first presentation explores:</a:t>
            </a:r>
          </a:p>
          <a:p>
            <a:pPr lvl="1"/>
            <a:r>
              <a:rPr lang="en-US" sz="1800" dirty="0">
                <a:latin typeface="Aptos Body"/>
              </a:rPr>
              <a:t>AI Chat Bots</a:t>
            </a:r>
          </a:p>
          <a:p>
            <a:pPr lvl="1"/>
            <a:r>
              <a:rPr lang="en-US" sz="1800" dirty="0">
                <a:latin typeface="Aptos Body"/>
              </a:rPr>
              <a:t>Use web application defined by platform to communicate with LLM</a:t>
            </a:r>
          </a:p>
          <a:p>
            <a:pPr lvl="1"/>
            <a:r>
              <a:rPr lang="en-US" sz="1800" dirty="0">
                <a:latin typeface="Aptos Body"/>
              </a:rPr>
              <a:t>Cannot read or write local files</a:t>
            </a:r>
          </a:p>
          <a:p>
            <a:r>
              <a:rPr lang="en-US" sz="1800" dirty="0">
                <a:latin typeface="Aptos Body"/>
              </a:rPr>
              <a:t>The second presentation explores:</a:t>
            </a:r>
          </a:p>
          <a:p>
            <a:pPr lvl="1"/>
            <a:r>
              <a:rPr lang="en-US" sz="1800" dirty="0">
                <a:latin typeface="Aptos Body"/>
              </a:rPr>
              <a:t>AI Agents</a:t>
            </a:r>
          </a:p>
          <a:p>
            <a:pPr lvl="1"/>
            <a:r>
              <a:rPr lang="en-US" sz="1800" dirty="0">
                <a:latin typeface="Aptos Body"/>
              </a:rPr>
              <a:t>Use local application to communicate with remote LLM</a:t>
            </a:r>
          </a:p>
          <a:p>
            <a:pPr lvl="1"/>
            <a:r>
              <a:rPr lang="en-US" sz="1800" dirty="0">
                <a:latin typeface="Aptos Body"/>
              </a:rPr>
              <a:t>Uses HTTPS-based API</a:t>
            </a:r>
          </a:p>
          <a:p>
            <a:pPr lvl="1"/>
            <a:r>
              <a:rPr lang="en-US" sz="1800" dirty="0">
                <a:latin typeface="Aptos Body"/>
              </a:rPr>
              <a:t>Can read from and write to local file system</a:t>
            </a:r>
          </a:p>
        </p:txBody>
      </p:sp>
    </p:spTree>
    <p:extLst>
      <p:ext uri="{BB962C8B-B14F-4D97-AF65-F5344CB8AC3E}">
        <p14:creationId xmlns:p14="http://schemas.microsoft.com/office/powerpoint/2010/main" val="132531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591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Body</vt:lpstr>
      <vt:lpstr>Aptos Display</vt:lpstr>
      <vt:lpstr>Arial</vt:lpstr>
      <vt:lpstr>Consolas</vt:lpstr>
      <vt:lpstr>Office Theme</vt:lpstr>
      <vt:lpstr>AI for Software Dev Video #2 – AI Agents</vt:lpstr>
      <vt:lpstr>AI Agents</vt:lpstr>
      <vt:lpstr>Advantages</vt:lpstr>
      <vt:lpstr>Example – Basic Support for Development</vt:lpstr>
      <vt:lpstr>Example – Prompt &amp; Partial Response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Fawcett</dc:creator>
  <cp:lastModifiedBy>James Fawcett</cp:lastModifiedBy>
  <cp:revision>2</cp:revision>
  <dcterms:created xsi:type="dcterms:W3CDTF">2026-02-11T21:38:52Z</dcterms:created>
  <dcterms:modified xsi:type="dcterms:W3CDTF">2026-02-12T01:16:52Z</dcterms:modified>
</cp:coreProperties>
</file>