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270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766BE-EE34-D113-1CEC-FCC937D9B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98B94-AC61-07EF-BBA4-202F9A0081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EC3B3-4680-F8C9-AED0-C07E8240D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94293-E0D6-7E74-A27A-C7E587C04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1FF119-3755-F828-AAB4-BC016342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28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17400-A473-7342-F494-6EF619BA4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444D7-B737-46E0-AAEE-9950A4D3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DFC61-AEBF-B315-4C41-6F7B54B67C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16E64D-2675-7FCD-E815-74FAD6342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E407B2-1A57-A02A-795F-9EC2E505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200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30C6B-6A82-A08F-656B-E4C4B27C2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B03417-32DB-D35E-00B5-D225CC976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53EAAF-E7E7-F716-C2BE-5B9EBD36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473C9E-A11B-1BF0-9AAF-AD3A55706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1C6AE-EFB0-88EA-BBDD-26887940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146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394CA-650F-1C84-1E94-D5F6AE3B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7BD05-AA72-F363-D5EF-142F55AEBD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C242-D407-819F-7F7C-531AFDFD38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6A583-9433-F90A-A3D4-6C77594F3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B9D922-A815-01B2-0022-F784D377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792CF-F677-4901-FE8B-D35D294AA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628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590C-E7B3-ABFA-2C50-02643D8BB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BC3A6-6B42-8635-9F8E-1D3DD179A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99EC4-F013-7D03-170D-8287827842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21E012-F621-F07E-5360-02CB492154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560099-B9E6-6D0B-E9FF-E3B7EE4071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A0B343-FEE6-0DFE-5D90-74B6BF453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8D36BB-053E-D5D7-F101-4A0576DBB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73EB19-0230-5073-B4F7-1DBC323FE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9543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48196-B297-59C4-726F-9532F64D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7D712-CB05-C556-CAC7-07EABB2E4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79F170-3F2B-2FFF-6B27-DF54F9831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F330BD-A69D-379C-26F7-3AF33A40B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497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82B6DE-53A1-70AF-51D6-E82DAB39E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0D6AF6-76F2-C845-5236-7A4211EC3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556A71-A941-1DA0-15DF-58A154471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48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BFDE1-DEC2-1557-47F6-DAD88801A2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E37AC-CD98-0419-8412-3312BC80A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84AB5-4AF7-B758-95AB-284F0507A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9ECDB8-8AFB-903A-D753-80DA9C9A8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C97716-4736-708B-A60D-9072327D9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3CCD54-9362-7A10-A972-39D090C3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78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37E7-1DBA-09D0-C357-3259F2406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583958-D328-7694-345D-651B0FEF66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4B580E-6717-7B81-D77E-F01A14A541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AB1E3-3CB0-1CD6-C666-3F992D3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DF9AA8-9C67-3B00-4C8A-2C1C027E5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A0208-3F61-2C61-7372-293CA0E48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47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74BB2-37DF-E058-1532-8837ECE2F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33B780-4406-9BDC-A7AD-5D8D8F99C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C82256-DC0F-3D59-F346-65855485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1DEE1C-EF84-1EDF-CDE2-B88EF305F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D72C3-B223-E2F7-A987-2CCFC09DB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65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1896EE-29AE-EA41-F42B-3CFDE78DD3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D00821-2B04-79D0-4081-C6E05AE9A8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59BD31-9439-0378-47D4-5D52799C4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0D2929-1C3F-3262-7221-8AE1A38D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C8A4F-6467-1ADD-75C2-C26A7964F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852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C30381-8C5E-FE14-98B9-C8FB2F94A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633893-7A73-9E62-1848-CB6CC2498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38EDB-4888-48AB-F8EC-E1C1F8AC6C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45D97-B311-40A5-ABD8-7A6BD9406EAF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A7DCB9-B911-9EE9-99FE-BD12B0B4A2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CCC758-F2DB-C83E-C3AD-74B57C55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F09AFB-4811-4BB8-B1AD-A9E439563A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90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imfawcett.github.io/NewSite/Code/CodeBites_ChatBotAI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5DF9F-E3D7-41AD-44AD-A509447819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Chat Bots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A0240A-630B-2671-5D02-8D31C7E43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5736" y="3602038"/>
            <a:ext cx="9757064" cy="1655762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https://jimfawcett.github.io/NewSite/Code/CodeBites_ChatBotAI.html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506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DCF30DB9-3FD8-0EB9-4875-0E7A9C4F9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B460CD-B0B4-BFB0-A761-DC8EB4338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Chat Bots are web applications consisting of: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Browser-based interface </a:t>
            </a:r>
            <a:r>
              <a:rPr lang="en-US" dirty="0"/>
              <a:t>that accepts prompts and displays results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A containerized pre-trained </a:t>
            </a:r>
            <a:r>
              <a:rPr lang="en-US" b="1" dirty="0"/>
              <a:t>Large Language Model (LLM) </a:t>
            </a:r>
            <a:r>
              <a:rPr lang="en-US" dirty="0"/>
              <a:t>running in a Linux server in a data center</a:t>
            </a:r>
          </a:p>
          <a:p>
            <a:pPr lvl="1">
              <a:lnSpc>
                <a:spcPct val="150000"/>
              </a:lnSpc>
            </a:pPr>
            <a:r>
              <a:rPr lang="en-US" b="1" dirty="0"/>
              <a:t>Https-based communication infrastructure </a:t>
            </a:r>
            <a:r>
              <a:rPr lang="en-US" dirty="0"/>
              <a:t>to ferry prompts to, and results from the LLM</a:t>
            </a:r>
          </a:p>
        </p:txBody>
      </p:sp>
    </p:spTree>
    <p:extLst>
      <p:ext uri="{BB962C8B-B14F-4D97-AF65-F5344CB8AC3E}">
        <p14:creationId xmlns:p14="http://schemas.microsoft.com/office/powerpoint/2010/main" val="3281230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27CA19-83D6-38A9-982D-CF56096BB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Web App 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D44958-4FBF-0B1C-33F6-B76290B68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262" y="1905858"/>
            <a:ext cx="8104909" cy="420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72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B5EADD6-B4EF-33E4-A00C-56BEBCAAB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E1CE9A-8852-52F1-4CBE-3F6B703C1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 Chat Bots have limitations: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from or write to local repositories because they are browser based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Cannot read files from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</a:p>
        </p:txBody>
      </p:sp>
    </p:spTree>
    <p:extLst>
      <p:ext uri="{BB962C8B-B14F-4D97-AF65-F5344CB8AC3E}">
        <p14:creationId xmlns:p14="http://schemas.microsoft.com/office/powerpoint/2010/main" val="3523713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9108E-08A8-B4E7-E90B-4855B68AF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63999-3143-5F98-731C-D30B74940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You can paste code text at the end of a prompt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Prompt specifies what to do with the following code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create a zip for a local repository or download a </a:t>
            </a:r>
            <a:r>
              <a:rPr lang="en-US" dirty="0" err="1"/>
              <a:t>github</a:t>
            </a:r>
            <a:r>
              <a:rPr lang="en-US" dirty="0"/>
              <a:t> zip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Paste zip file at the end of a prompt</a:t>
            </a:r>
          </a:p>
          <a:p>
            <a:pPr>
              <a:lnSpc>
                <a:spcPct val="150000"/>
              </a:lnSpc>
            </a:pPr>
            <a:r>
              <a:rPr lang="en-US" dirty="0"/>
              <a:t>You can request Chat Bot to download its results to your local download directory</a:t>
            </a:r>
          </a:p>
        </p:txBody>
      </p:sp>
    </p:spTree>
    <p:extLst>
      <p:ext uri="{BB962C8B-B14F-4D97-AF65-F5344CB8AC3E}">
        <p14:creationId xmlns:p14="http://schemas.microsoft.com/office/powerpoint/2010/main" val="2395845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E35A2-72F9-D95E-8D48-70196895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</a:t>
            </a:r>
            <a:br>
              <a:rPr lang="en-US" dirty="0"/>
            </a:br>
            <a:r>
              <a:rPr lang="en-US" dirty="0"/>
              <a:t>   </a:t>
            </a:r>
            <a:r>
              <a:rPr lang="en-US" sz="3600" dirty="0"/>
              <a:t>– Size and Complexity of code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9D98F-52B3-4856-D5B1-0C93DF837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prompt:</a:t>
            </a:r>
          </a:p>
          <a:p>
            <a:pPr marL="0" indent="0">
              <a:buNone/>
            </a:pPr>
            <a:r>
              <a:rPr lang="en-US" dirty="0"/>
              <a:t>     “Generate a list of function line counts and complexities for all</a:t>
            </a:r>
            <a:br>
              <a:rPr lang="en-US" dirty="0"/>
            </a:br>
            <a:r>
              <a:rPr lang="en-US" dirty="0"/>
              <a:t>     functions in the zip file pasted at end of this prompt.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Line count</a:t>
            </a:r>
            <a:r>
              <a:rPr lang="en-US" sz="2400" dirty="0"/>
              <a:t> is total number of lines including code, </a:t>
            </a:r>
            <a:r>
              <a:rPr lang="en-US" sz="2400" dirty="0" err="1"/>
              <a:t>whitepace</a:t>
            </a:r>
            <a:r>
              <a:rPr lang="en-US" sz="2400" dirty="0"/>
              <a:t>, comments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sz="2400" b="1" dirty="0"/>
              <a:t>Complexity</a:t>
            </a:r>
            <a:r>
              <a:rPr lang="en-US" sz="2400" dirty="0"/>
              <a:t> is the number of open braces in each function”</a:t>
            </a:r>
            <a:br>
              <a:rPr lang="en-US" sz="2400" dirty="0"/>
            </a:br>
            <a:endParaRPr lang="en-US" sz="2400" dirty="0"/>
          </a:p>
          <a:p>
            <a:r>
              <a:rPr lang="en-US" dirty="0"/>
              <a:t>Generated a list of all the functions with correct line counts and complexities for a Rust Thread Pool.</a:t>
            </a:r>
          </a:p>
          <a:p>
            <a:pPr lvl="1"/>
            <a:r>
              <a:rPr lang="en-US" dirty="0"/>
              <a:t>Note: Rust code is easier to parse than C++ and doesn’t have function overloads.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476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5B24E-E878-0B21-8712-7D1402BCB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84049-8907-0308-4717-8169ADBCA5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find all the details here:</a:t>
            </a:r>
            <a:br>
              <a:rPr lang="en-US" dirty="0"/>
            </a:br>
            <a:r>
              <a:rPr lang="en-US" dirty="0"/>
              <a:t>    </a:t>
            </a:r>
            <a:r>
              <a:rPr lang="en-US" sz="2000" dirty="0">
                <a:hlinkClick r:id="rId2"/>
              </a:rPr>
              <a:t>https://jimfawcett.github.io/NewSite/Code/CodeBites_ChatBotAI.html</a:t>
            </a:r>
            <a:endParaRPr lang="en-US" sz="2000" dirty="0"/>
          </a:p>
          <a:p>
            <a:r>
              <a:rPr lang="en-US" sz="2000" dirty="0"/>
              <a:t>The next presentation explores:</a:t>
            </a:r>
          </a:p>
          <a:p>
            <a:pPr lvl="1"/>
            <a:r>
              <a:rPr lang="en-US" sz="1600" dirty="0"/>
              <a:t>AI Agents</a:t>
            </a:r>
          </a:p>
          <a:p>
            <a:pPr lvl="1"/>
            <a:r>
              <a:rPr lang="en-US" sz="1600" dirty="0"/>
              <a:t>Use local application to communicate with the LLM</a:t>
            </a:r>
          </a:p>
          <a:p>
            <a:pPr lvl="1"/>
            <a:r>
              <a:rPr lang="en-US" sz="1600" dirty="0"/>
              <a:t>Uses HTTPS-based API</a:t>
            </a:r>
          </a:p>
          <a:p>
            <a:pPr lvl="1"/>
            <a:r>
              <a:rPr lang="en-US" sz="1600" dirty="0"/>
              <a:t>Can read from and write to local file system</a:t>
            </a:r>
          </a:p>
          <a:p>
            <a:r>
              <a:rPr lang="en-US" sz="2000" dirty="0"/>
              <a:t>The one after that explores:</a:t>
            </a:r>
          </a:p>
          <a:p>
            <a:pPr lvl="1"/>
            <a:r>
              <a:rPr lang="en-US" sz="1600" dirty="0"/>
              <a:t>AI Consoles</a:t>
            </a:r>
          </a:p>
          <a:p>
            <a:pPr lvl="1"/>
            <a:r>
              <a:rPr lang="en-US" sz="1600" dirty="0"/>
              <a:t>Have access to local repositories</a:t>
            </a:r>
          </a:p>
          <a:p>
            <a:pPr lvl="1"/>
            <a:r>
              <a:rPr lang="en-US" sz="1600" dirty="0"/>
              <a:t>Don’t need to write Agent code</a:t>
            </a:r>
          </a:p>
        </p:txBody>
      </p:sp>
    </p:spTree>
    <p:extLst>
      <p:ext uri="{BB962C8B-B14F-4D97-AF65-F5344CB8AC3E}">
        <p14:creationId xmlns:p14="http://schemas.microsoft.com/office/powerpoint/2010/main" val="1430634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336</Words>
  <Application>Microsoft Office PowerPoint</Application>
  <PresentationFormat>Widescreen</PresentationFormat>
  <Paragraphs>34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AI Chat Bots</vt:lpstr>
      <vt:lpstr>Introduction</vt:lpstr>
      <vt:lpstr>AI Web App Structure</vt:lpstr>
      <vt:lpstr>Limitations</vt:lpstr>
      <vt:lpstr>Work Arounds</vt:lpstr>
      <vt:lpstr>Example     – Size and Complexity of code functions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Fawcett</dc:creator>
  <cp:lastModifiedBy>James Fawcett</cp:lastModifiedBy>
  <cp:revision>3</cp:revision>
  <dcterms:created xsi:type="dcterms:W3CDTF">2025-12-29T15:31:49Z</dcterms:created>
  <dcterms:modified xsi:type="dcterms:W3CDTF">2025-12-29T16:30:32Z</dcterms:modified>
</cp:coreProperties>
</file>