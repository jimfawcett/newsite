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1" d="100"/>
          <a:sy n="91" d="100"/>
        </p:scale>
        <p:origin x="1350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740B5-E153-B33C-3B89-F8899F1F2E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CC6222-C916-06B4-4374-381881CA73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DE0436-C8B4-D563-4C24-7A3EA2DAF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90DE8-E47E-4901-BAAB-5A2F9286F8C9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CAA160-6256-72D6-B3C8-5D13E9D75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A6F6B3-31FB-AD16-4137-F6613078F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BED65-9F81-4767-8348-FB4A3C8D3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802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182DE-C79D-A15F-BF94-B8D8A905C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34AEC-FC1F-BDB3-0F5A-A3401E171D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60731B-F801-F979-9130-00A442AAE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90DE8-E47E-4901-BAAB-5A2F9286F8C9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E54D7A-CDCB-DC8C-B4A8-990C95C6C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D1C575-A15A-C392-5D2C-DB6A40652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BED65-9F81-4767-8348-FB4A3C8D3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044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487E7-0FDB-DB46-3C95-66E70486F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2202DC-5C53-6ACE-C27E-FC863C5A86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33433-3E48-09CF-F78D-6AAC83516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90DE8-E47E-4901-BAAB-5A2F9286F8C9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883270-99DA-A423-5925-17E521C4C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72439-3165-2238-3CAE-3FD13B1FD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BED65-9F81-4767-8348-FB4A3C8D3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287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37ACB-3BD6-0664-FE9C-6A2C50284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22129A-6675-9E92-BD5A-7FF9D446FE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0EAC95-D943-D625-F9C4-FC1EA6BA09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864A73-0071-40BF-E715-8C5DA77D8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90DE8-E47E-4901-BAAB-5A2F9286F8C9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458715-3829-A8F9-3C71-6BA1E5781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ABA181-CE02-A394-D73B-ADD274F06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BED65-9F81-4767-8348-FB4A3C8D3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926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1903C-378A-8017-E39C-05B43E7F1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001CB7-AFE9-5085-7C73-44694E762F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C19207-1D01-F68A-FA52-30E5BFE4BB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843720-7E82-2B2F-87E8-851DBA3DE6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739295-90C5-0956-59C6-5C3360DDCB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0B608B-E765-CB81-211E-A5A4163F5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90DE8-E47E-4901-BAAB-5A2F9286F8C9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A587B-6FD9-1967-13A7-A0B8632B2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C26E3A-9D47-3772-D579-E1479D923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BED65-9F81-4767-8348-FB4A3C8D3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62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20F46-E1D1-22C0-FA60-B40E5CB61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BE92EE-8CF1-2F2B-5D12-FCE9F485A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90DE8-E47E-4901-BAAB-5A2F9286F8C9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0F4FCF-972B-5806-67CB-0EB825825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389C31-83C0-B004-789B-8FA91809F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BED65-9F81-4767-8348-FB4A3C8D3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568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95F301-16A5-6430-7F0B-1F6E8EA2B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90DE8-E47E-4901-BAAB-5A2F9286F8C9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1A5923-FC85-8A49-EF97-A832C6D27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52DB66-3F9A-1E98-3212-501A6C23D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BED65-9F81-4767-8348-FB4A3C8D3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642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E78E3-ED44-32B4-1C8E-18090B705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D9ACD-4F44-2BCA-1C6B-4E1CF6E608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CA0D0F-DAB0-AC6B-B37E-723EDA91AA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FAD2BD-6F29-47FE-7A9C-7964893E8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90DE8-E47E-4901-BAAB-5A2F9286F8C9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40952A-2849-A498-DA3C-B9F8461C8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1E03A0-83EE-D253-8E4F-364CB09AA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BED65-9F81-4767-8348-FB4A3C8D3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41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7869E-9D6A-A021-1756-92B35543A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F99789-E186-ACAD-29A2-B30B2CB5A2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08B58E-4D8C-E877-C7CB-A1CB93C1A8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AE944C-8D43-9668-9330-7D49F2306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90DE8-E47E-4901-BAAB-5A2F9286F8C9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F6DEFB-BD78-AD07-3B96-738D5C570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A5476D-0E85-B548-3F3D-62A8AA27D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BED65-9F81-4767-8348-FB4A3C8D3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507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84EE6-B0C7-7999-1848-D838166F9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130959-9DCE-5703-258D-B07AFD51E2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5E80B5-9D86-EDF2-A515-AF36A4253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90DE8-E47E-4901-BAAB-5A2F9286F8C9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5F9A6-9D74-EEB6-F4CC-0B8F03D16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083905-A885-B5AA-E069-FA97F9AF9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BED65-9F81-4767-8348-FB4A3C8D3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214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A3BB23-3422-2AA7-6D3E-6BB45C857A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81C0EC-F649-39DF-9011-FD0FB4E2B3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4EA0D2-7413-FE0B-5A02-369A790A4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90DE8-E47E-4901-BAAB-5A2F9286F8C9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963206-347A-F302-4AC6-E25ADC39F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D5A8F2-CC7B-B08E-ADF8-7892A13F1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BED65-9F81-4767-8348-FB4A3C8D3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307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4F5FDA-1F71-3520-A098-F7024DF1B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EA5BFF-1364-CFC9-564D-A370A60631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A34D7B-CCA3-A1FE-71C9-2D532655BF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590DE8-E47E-4901-BAAB-5A2F9286F8C9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3093D-2A6E-965B-EE95-22E79D73F2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72CE70-7CD3-4B5F-4AF8-DFA04007C7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6BED65-9F81-4767-8348-FB4A3C8D3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317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jimfawcett.github.io/NewSite/Code/CodeBites_ConsoleAI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44202-1FFF-9088-3A06-50068CFE69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AI for Software Dev</a:t>
            </a:r>
            <a:br>
              <a:rPr lang="en-US" dirty="0"/>
            </a:br>
            <a:r>
              <a:rPr lang="en-US" sz="4000" dirty="0"/>
              <a:t>Video #3 – AI Consoles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8CD0C1-01B6-11EF-7A61-B45D732195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Jim Fawcett &amp; Mike Corley</a:t>
            </a:r>
          </a:p>
        </p:txBody>
      </p:sp>
    </p:spTree>
    <p:extLst>
      <p:ext uri="{BB962C8B-B14F-4D97-AF65-F5344CB8AC3E}">
        <p14:creationId xmlns:p14="http://schemas.microsoft.com/office/powerpoint/2010/main" val="581698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957F7-9767-00E2-5FD5-E62977D52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Consoles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A3C5D0-C8F9-76F8-C0BA-E4F577A538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AI Consoles are specialized terminal applications that:</a:t>
            </a:r>
          </a:p>
          <a:p>
            <a:pPr lvl="1"/>
            <a:r>
              <a:rPr lang="en-US" dirty="0"/>
              <a:t>Have a large set of commands. Partial list of Gemini commands:</a:t>
            </a:r>
            <a:br>
              <a:rPr lang="en-US" dirty="0"/>
            </a:br>
            <a:r>
              <a:rPr lang="en-US" dirty="0"/>
              <a:t>/about, /copy, /directory, /help, /rewind, /</a:t>
            </a:r>
            <a:r>
              <a:rPr lang="en-US" dirty="0" err="1"/>
              <a:t>init</a:t>
            </a:r>
            <a:r>
              <a:rPr lang="en-US" dirty="0"/>
              <a:t>, /</a:t>
            </a:r>
            <a:r>
              <a:rPr lang="en-US" dirty="0" err="1"/>
              <a:t>mcp</a:t>
            </a:r>
            <a:r>
              <a:rPr lang="en-US" dirty="0"/>
              <a:t>, /tools, /skills, …</a:t>
            </a:r>
          </a:p>
          <a:p>
            <a:pPr lvl="1"/>
            <a:r>
              <a:rPr lang="en-US" dirty="0"/>
              <a:t>Send all text inputs to remote LLM via web messaging.</a:t>
            </a:r>
          </a:p>
          <a:p>
            <a:pPr lvl="2"/>
            <a:r>
              <a:rPr lang="en-US" dirty="0"/>
              <a:t>One exception: you can execute a shell command by prepending “!”</a:t>
            </a:r>
          </a:p>
          <a:p>
            <a:pPr lvl="1"/>
            <a:r>
              <a:rPr lang="en-US" dirty="0"/>
              <a:t>Can read from and write to the local file system</a:t>
            </a:r>
          </a:p>
          <a:p>
            <a:r>
              <a:rPr lang="en-US" dirty="0"/>
              <a:t>They act like agents without you providing code for the application</a:t>
            </a:r>
          </a:p>
          <a:p>
            <a:pPr lvl="1"/>
            <a:r>
              <a:rPr lang="en-US" dirty="0"/>
              <a:t>Likely to be slower and more expensive than agents</a:t>
            </a:r>
          </a:p>
          <a:p>
            <a:pPr lvl="2"/>
            <a:r>
              <a:rPr lang="en-US" dirty="0"/>
              <a:t>They don’t build in local operations</a:t>
            </a:r>
          </a:p>
          <a:p>
            <a:r>
              <a:rPr lang="en-US" dirty="0"/>
              <a:t>Use a platform key to access remote LLM</a:t>
            </a:r>
          </a:p>
        </p:txBody>
      </p:sp>
    </p:spTree>
    <p:extLst>
      <p:ext uri="{BB962C8B-B14F-4D97-AF65-F5344CB8AC3E}">
        <p14:creationId xmlns:p14="http://schemas.microsoft.com/office/powerpoint/2010/main" val="4024214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829D7-3DF3-6AA1-19B3-443566F19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D46CA-510A-4E2D-E133-0BAAFAE61E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AI Consoles can read from and write to files in the local filesystem</a:t>
            </a:r>
          </a:p>
          <a:p>
            <a:r>
              <a:rPr lang="en-US" dirty="0"/>
              <a:t>You don’t have to write any code for the application</a:t>
            </a:r>
          </a:p>
          <a:p>
            <a:pPr lvl="1"/>
            <a:r>
              <a:rPr lang="en-US" dirty="0"/>
              <a:t>Benefit: </a:t>
            </a:r>
          </a:p>
          <a:p>
            <a:pPr lvl="2"/>
            <a:r>
              <a:rPr lang="en-US" dirty="0"/>
              <a:t>More flexible, not limited by constraints built into agent code </a:t>
            </a:r>
          </a:p>
          <a:p>
            <a:pPr lvl="2"/>
            <a:r>
              <a:rPr lang="en-US" dirty="0"/>
              <a:t>Immediately productive</a:t>
            </a:r>
          </a:p>
          <a:p>
            <a:pPr lvl="1"/>
            <a:r>
              <a:rPr lang="en-US" dirty="0"/>
              <a:t>Liability: </a:t>
            </a:r>
          </a:p>
          <a:p>
            <a:pPr lvl="2"/>
            <a:r>
              <a:rPr lang="en-US" dirty="0"/>
              <a:t>Less productive than an agent for fixed repetitive tasks</a:t>
            </a:r>
          </a:p>
        </p:txBody>
      </p:sp>
    </p:spTree>
    <p:extLst>
      <p:ext uri="{BB962C8B-B14F-4D97-AF65-F5344CB8AC3E}">
        <p14:creationId xmlns:p14="http://schemas.microsoft.com/office/powerpoint/2010/main" val="3551006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98348-05B7-8B60-A779-ABE4DE4BF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Create Basic Projects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82AF0-79E3-688B-258C-6A6631DCC6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Rust “Hello World” project</a:t>
            </a:r>
          </a:p>
          <a:p>
            <a:pPr lvl="1"/>
            <a:r>
              <a:rPr lang="en-US" dirty="0"/>
              <a:t>Create Rust crate structure</a:t>
            </a:r>
          </a:p>
          <a:p>
            <a:pPr lvl="1"/>
            <a:r>
              <a:rPr lang="en-US" dirty="0"/>
              <a:t>Define, build, and execute Hello Word application</a:t>
            </a:r>
          </a:p>
          <a:p>
            <a:pPr lvl="1"/>
            <a:r>
              <a:rPr lang="en-US" dirty="0"/>
              <a:t>Runs Rust code analyzer: cargo </a:t>
            </a:r>
            <a:r>
              <a:rPr lang="en-US" dirty="0" err="1"/>
              <a:t>clippy</a:t>
            </a:r>
            <a:endParaRPr lang="en-US" dirty="0"/>
          </a:p>
          <a:p>
            <a:r>
              <a:rPr lang="en-US" dirty="0"/>
              <a:t>Create C++ “Hello World” project</a:t>
            </a:r>
          </a:p>
          <a:p>
            <a:pPr lvl="1"/>
            <a:r>
              <a:rPr lang="en-US" dirty="0"/>
              <a:t>Create C++ project structure</a:t>
            </a:r>
          </a:p>
          <a:p>
            <a:pPr lvl="1"/>
            <a:r>
              <a:rPr lang="en-US" dirty="0"/>
              <a:t>Define </a:t>
            </a:r>
            <a:r>
              <a:rPr lang="en-US" dirty="0" err="1"/>
              <a:t>CMake</a:t>
            </a:r>
            <a:r>
              <a:rPr lang="en-US" dirty="0"/>
              <a:t> file for building</a:t>
            </a:r>
          </a:p>
          <a:p>
            <a:pPr lvl="1"/>
            <a:r>
              <a:rPr lang="en-US" dirty="0"/>
              <a:t>Define, build, and execute C++ Hello World application</a:t>
            </a:r>
          </a:p>
        </p:txBody>
      </p:sp>
    </p:spTree>
    <p:extLst>
      <p:ext uri="{BB962C8B-B14F-4D97-AF65-F5344CB8AC3E}">
        <p14:creationId xmlns:p14="http://schemas.microsoft.com/office/powerpoint/2010/main" val="645228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94641-2674-C10D-CA48-E51F669BE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Prompt and Partial Response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98AC007-A191-AC57-870F-A38BACFF88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5119" y="1464571"/>
            <a:ext cx="8891242" cy="5142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5348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B5359-56BA-B84F-BAE6-95C71381F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384F4-97BD-5083-7738-87926FA88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This third presentation focuses on AI Command Line Interface (CLI)</a:t>
            </a:r>
          </a:p>
          <a:p>
            <a:pPr lvl="1"/>
            <a:r>
              <a:rPr lang="en-US" sz="1800" dirty="0"/>
              <a:t>You can find all the details here:</a:t>
            </a:r>
            <a:br>
              <a:rPr lang="en-US" sz="1800" dirty="0"/>
            </a:br>
            <a:r>
              <a:rPr lang="en-US" sz="1800" dirty="0"/>
              <a:t>    </a:t>
            </a:r>
            <a:r>
              <a:rPr lang="en-US" sz="1800" dirty="0">
                <a:hlinkClick r:id="rId2"/>
              </a:rPr>
              <a:t>https://jimfawcett.github.io/NewSite/Code/CodeBites_ConsoleAI.html</a:t>
            </a:r>
            <a:endParaRPr lang="en-US" sz="1800" dirty="0"/>
          </a:p>
          <a:p>
            <a:r>
              <a:rPr lang="en-US" sz="2000" dirty="0"/>
              <a:t>The first presentation explores:</a:t>
            </a:r>
          </a:p>
          <a:p>
            <a:pPr lvl="1"/>
            <a:r>
              <a:rPr lang="en-US" sz="1800" dirty="0"/>
              <a:t>AI Chat Bots</a:t>
            </a:r>
          </a:p>
          <a:p>
            <a:pPr lvl="1"/>
            <a:r>
              <a:rPr lang="en-US" sz="1800" dirty="0"/>
              <a:t>Use web application defined by platform to communicate with remote LLM</a:t>
            </a:r>
          </a:p>
          <a:p>
            <a:pPr lvl="1"/>
            <a:r>
              <a:rPr lang="en-US" sz="1800" dirty="0"/>
              <a:t>Cannot read or write local files</a:t>
            </a:r>
          </a:p>
          <a:p>
            <a:r>
              <a:rPr lang="en-US" sz="2000" dirty="0"/>
              <a:t>The second presentation explores:</a:t>
            </a:r>
          </a:p>
          <a:p>
            <a:pPr lvl="1"/>
            <a:r>
              <a:rPr lang="en-US" sz="1800" dirty="0"/>
              <a:t>AI Agents</a:t>
            </a:r>
          </a:p>
          <a:p>
            <a:pPr lvl="1"/>
            <a:r>
              <a:rPr lang="en-US" sz="1800" dirty="0"/>
              <a:t>Use local application to communicate with remote LLM</a:t>
            </a:r>
          </a:p>
          <a:p>
            <a:pPr lvl="1"/>
            <a:r>
              <a:rPr lang="en-US" sz="1800" dirty="0"/>
              <a:t>Uses HTTPS-based API</a:t>
            </a:r>
          </a:p>
          <a:p>
            <a:pPr lvl="1"/>
            <a:r>
              <a:rPr lang="en-US" sz="1800" dirty="0"/>
              <a:t>Can read from and write to local file system</a:t>
            </a:r>
          </a:p>
        </p:txBody>
      </p:sp>
    </p:spTree>
    <p:extLst>
      <p:ext uri="{BB962C8B-B14F-4D97-AF65-F5344CB8AC3E}">
        <p14:creationId xmlns:p14="http://schemas.microsoft.com/office/powerpoint/2010/main" val="12933772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1261</TotalTime>
  <Words>344</Words>
  <Application>Microsoft Office PowerPoint</Application>
  <PresentationFormat>Widescreen</PresentationFormat>
  <Paragraphs>42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AI for Software Dev Video #3 – AI Consoles</vt:lpstr>
      <vt:lpstr>AI Consoles</vt:lpstr>
      <vt:lpstr>Advantages</vt:lpstr>
      <vt:lpstr>Example – Create Basic Projects</vt:lpstr>
      <vt:lpstr>Example – Prompt and Partial Response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Fawcett</dc:creator>
  <cp:lastModifiedBy>James Fawcett</cp:lastModifiedBy>
  <cp:revision>4</cp:revision>
  <dcterms:created xsi:type="dcterms:W3CDTF">2026-02-11T21:40:27Z</dcterms:created>
  <dcterms:modified xsi:type="dcterms:W3CDTF">2026-02-13T17:21:22Z</dcterms:modified>
</cp:coreProperties>
</file>