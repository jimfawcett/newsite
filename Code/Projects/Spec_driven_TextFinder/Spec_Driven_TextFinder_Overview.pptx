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13632"/>
            <a:ext cx="12191695" cy="64008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Spec-Driven Design</a:t>
            </a:r>
          </a:p>
          <a:p>
            <a:pPr>
              <a:spcBef>
                <a:spcPts val="800"/>
              </a:spcBef>
              <a:defRPr sz="2400">
                <a:solidFill>
                  <a:srgbClr val="A9B8C6"/>
                </a:solidFill>
              </a:defRPr>
            </a:pPr>
            <a:r>
              <a:t>Building TextFinder from its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EB4D4"/>
                </a:solidFill>
              </a:defRPr>
            </a:pPr>
            <a:r>
              <a:t>A condensed view of the Process and Behavior threads</a:t>
            </a:r>
          </a:p>
          <a:p>
            <a:pPr>
              <a:spcBef>
                <a:spcPts val="1400"/>
              </a:spcBef>
              <a:defRPr sz="1500">
                <a:solidFill>
                  <a:srgbClr val="7A8A9A"/>
                </a:solidFill>
              </a:defRPr>
            </a:pPr>
            <a:r>
              <a:t>Jim Fawcett  ·  Spec_driven_TextFinder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Two Goals, Six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project builds a command-line search utility from its specifications, in four languages.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Goal 1 - explain the spec-driven process: what authority each document holds, what order the documents come in, how a correction reaches the code.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Goal 2 - explain the code: what TextFinder does at its boundaries, and how each language satisfies that.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Each goal splits into a language-agnostic part and a per-language part. Four parts, six threads.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977639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77724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Thread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Covers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Constitution, the project specification as an artifact, the document set, the prose rules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What every TextFinder does, by boundary: command line, traversal, matching, contracts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C++ / Rust / C#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8 each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Process, structure, binary, three libraries, tests, demonstration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Same eight positions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F6F9F"/>
                </a:solidFill>
              </a:defRPr>
            </a:pPr>
            <a:r>
              <a:t>This deck condenses the two language-agnostic threads.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09728" cy="1371600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EB4D4"/>
                </a:solidFill>
              </a:defRPr>
            </a:pPr>
            <a:r>
              <a:t>Part I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The Process</a:t>
            </a:r>
          </a:p>
          <a:p>
            <a:pPr>
              <a:spcBef>
                <a:spcPts val="1000"/>
              </a:spcBef>
              <a:defRPr sz="1700">
                <a:solidFill>
                  <a:srgbClr val="A9B8C6"/>
                </a:solidFill>
              </a:defRPr>
            </a:pPr>
            <a:r>
              <a:t>How the documents govern the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What Spec-Driven Means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specifications are the source the code derives from, not a description written after the fact.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To change the code, change a specification first. A defect found while building shows up in the record as a specification change.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An ambiguous specification is a question to ask, not a gap to fill.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Drafting the project specification drew an 18-item review; four component specs drew 12, 12, 13, and 13; reading all five together drew 15 more.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Each list was returned without edits, answered item by item, and applied in one pass.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One specification binds four languages, so a rule that would let two implementations drift apart moves up to the project level.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Ten of thirteen items from the C++ traversal review moved into the project specification, because each changes emitted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The Constitution: Two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Rule 1 - Spec-driven code. All code creation and modification derives from the Spec*.md and *Structure.md files in the project tree.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Stops the code and the specifications from drifting apart.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Binds modification as tightly as creation: a small edit to working code starts as an edit to a document.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Rule 2 - Stay inside. No file outside the project is modified without a request naming it; no archive directory is read at all.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Stops work on this project from reaching the rest of the repository.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Four reads are exempt: standard toolchains, the project CLAUDE.md, auto-memory, and git status and history.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Two rules and five notes, 21 lines. The document reached that form by compression, from about 430 words to about 180.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What the Rules Deliberately Permit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General language knowledge stays available. Idioms, standard libraries, and toolchains are fair game; outside example code is not.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The line falls between knowing that std::expected models a fallible return and copying a parser that uses it.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 sibling implementation inside the project may serve as an example - but only where a user prompt asks for it.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The default route is the specifications alone, which is what keeps them on trial: an implementation written from them tests whether they are sufficient.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Two limits hold. The specification wins over a disagreeing sibling, and an ambiguity is still a question to ask.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A thread that took the sibling route says so on its Process page. Which route a thread took is process evidence.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Material read in error is discarded as context and the error is disclosed. The source files themselves are untouched.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Five Document Kinds, in Order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621792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Document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Binds code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Constitution.md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indirectly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The whole tree. Names which files bind code and where work may reach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Spec_TextFinder.md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Every implementation. Language-neutral behavior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[lang]_TextFinder_Structure.md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One language. Components, dependency direction, build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Spec_[lang]_TextFinder_*.md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One component of one language. The interface in that language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Prompts_*.md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Records of the conversations that produced the rest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31920"/>
            <a:ext cx="109115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Each document narrows what the next may decide, and the project was built in that order: constitution, project spec, structure, component specs, code, tests.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Order does not freeze a document. It means a later document cannot redefine an earlier one - which is why ten rules moved up rather than down.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Prompts_*.md are records, not inputs. Without that line a design conversation becomes an unwritten requirement.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A Spec Cites Rather Than Restates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 correction applied to a citation reaches every component at once. A correction applied to four copies reaches three of them wrong.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chain runs from a line of code to the project specification in three or four hops.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Code cites its component spec; the component spec cites the project spec, the structure document, and its siblings.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records measure the cost of the alternative.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One review found the switch table in four places and the /P accumulation rule stated five times.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A later pass found the toolchain minimums in three component specs plus the structure document - a four-place edit for any change.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Two redundancies survived deliberately: the quoted help text and diagnostic table, which are the fixed text a test compares against; and two warnings that stop an implementer writing something plausible and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How the Project Specification Was Written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first draft answered a four-sentence prompt and guessed at four open points - switch letters, the recursion default, the output form, and whether symlinks and binary files were in scope.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Each guess was flagged rather than buried, and three of the four were later overridden.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Three kinds of turn moved it since.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Prompted additions. The skip list arrived in one prompt and produced three edits; the switch set cost two turns after a letter collision the reply refused to guess past.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Review passes that returned ambiguities instead of edits - 18 items, then 15 more once all five specifications existed.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Promotion. A rule that changes what a user sees moves up to where it binds all four implementations.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Four Properties That Make It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Requirements are observable at the process boundary - a line on stdout, a line on stderr, an exit code, a file opened or not opened.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A rule that cannot be checked is not stated as a rule. The stderr line terminator is left to the platform for exactly that reason.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Quantities appear as numbers, so each is one test case rather than a judgment call.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Fixed text is quoted in full, not described, so two implementations cannot drift apart in wording they were handed.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Accepted costs are stated rather than claimed away.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480560"/>
          <a:ext cx="108813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1097280"/>
                <a:gridCol w="1828800"/>
                <a:gridCol w="118872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 size limit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Skip-list names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Switches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Line terminators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Exit codes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Diagnostics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Detail indent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10,485,760 bytes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2 spaces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Two Retreats on the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Tightening a specification past what the project can keep is itself a defect, and twice the document backed off.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Byte-identical diagnostics. The seven reason lines were fixed across implementations until stderr's line terminator made that uncheckable across platforms.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Section 5.2 now binds the shape, the destination, the exit code, and what each refusal leaves on stdout - and leaves the words alone.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All three implementations adopt the supplied wording anyway.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Sorted sibling order. An earlier draft required ascending basename order, which bought cross-platform reproducibility.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Filesystem order streams a level instead of buffering it and reads more cleanly, which counts for a teaching codebase.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Three places changed together so the document would not claim what it no longer delivered.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PROCESS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The Prose Is Governed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project generates its own documentation, so the rules for that output are project artifacts with their own prompt records.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Text_Tone.md fixes the voice: active voice, no hyperbole, few adjectives, no em dashes outside Markdown. Each rule is stated as a correction to a reference page rather than as a preference.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It is written under its own rules, so it demonstrates them.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Page_Structure.md fixes the set: 42 pages across six threads, written over four placeholders rather than over any language name.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Every language thread links the same eight pages, which is what makes the header row a cross-thread mechanism.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A page exists once it is written, not once its code runs, so indices never change meaning as an implementation fills in.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Neither is a Spec*.md, so neither binds code. They bind pages.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09728" cy="1371600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EB4D4"/>
                </a:solidFill>
              </a:defRPr>
            </a:pPr>
            <a:r>
              <a:t>Part II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The Behavior</a:t>
            </a:r>
          </a:p>
          <a:p>
            <a:pPr>
              <a:spcBef>
                <a:spcPts val="1000"/>
              </a:spcBef>
              <a:defRPr sz="1700">
                <a:solidFill>
                  <a:srgbClr val="A9B8C6"/>
                </a:solidFill>
              </a:defRPr>
            </a:pPr>
            <a:r>
              <a:t>What every TextFinder does, in no particular language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TextFinder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Take a root path and a regular expression, walk the tree below the root, evaluate the expression against each line of each selected file, write every matching file to stdout.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Nine switches control the search and every one has a default, so any partial command line resolves to a full option set.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 bare command line names no work: TextFinder lists the resolved options, exits 0, and traverses nothing.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Everything stdout carries is one of three things.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4663440" cy="13716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87367"/>
            <a:ext cx="42976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Cmdline ---&gt; Dirnav ---&gt; Output</a:t>
            </a:r>
          </a:p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   ^           ^            ^</a:t>
            </a:r>
          </a:p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   |           |            |</a:t>
            </a:r>
          </a:p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   +----- Entry (binary) 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93192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Cmdline - argv to a resolved option set. No stream, no filesystem.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Dirnav - walks, selects, reads, matches, formats. Holds the run counts.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Output - the sink. One formed string, one line on stdout.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Entry - owns the skip list, the roots, and the exit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The Nine Switches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768096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Switch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Argument (default)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/P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path (.)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Root path. Repeat to add more; traversed in the order given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/p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"ext, ext" ("")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Extensions to search. Empty searches every file, including extensionless ones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/r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regex (".")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Expression evaluated against each line, compiled once per invocation. Must not be empty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bool (true)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Recurse into subdirectories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/h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bool (true)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Hide files that matched nothing; errors always appear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/v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bool (false)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List the resolved option set before traversal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/H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bool (false)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Print help, exit 0, do not traverse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bool (false)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Detail line per match, carrying the line number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/L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bool (false)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Detail line per match, carrying the line text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One case-sensitive letter behind / or -, exactly one argument each, no bare flags. A repeated switch is last-wins, except /P, which accumulates.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What Reaches stdout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Blocks. One per matching file, a path line then a detail line per matching line when /n or /L asks for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512064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&lt;path&gt;</a:t>
            </a:r>
          </a:p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  &lt;lineNumber&gt; - &lt;matchedLine&gt;</a:t>
            </a:r>
          </a:p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  &lt;lineNumber&gt; - &lt;matchedLine&gt;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91153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two-level form exists to write a path once and once only. No announcement names a file that produced a block, so within a root no path is written twice.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Blocks are emitted as they occur. Nothing is buffered to the end of a file, a directory, or the run.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Announcements. Four of them, in two kinds, for files and directories that produced no block.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run summary. One line, always 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120640"/>
            <a:ext cx="54864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303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D8E2EC"/>
                </a:solidFill>
                <a:latin typeface="Consolas"/>
              </a:defRPr>
            </a:pPr>
            <a:r>
              <a:t>accessed &lt;fileCount&gt; files, &lt;dirCount&gt; directories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Four Announcements, Two Kinds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740664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Announcement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Kind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Emitted when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searched &lt;path&gt;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a file was admitted, read, searched, and matched nothing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skipped &lt;path&gt;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a file was rejected by the NUL or UTF-8 test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too large &lt;path&gt;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a file exceeded the 10 MB size limit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cannot open &lt;path&gt;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a file, directory, or root could not be opened, is a symbolic link named as a root, is neither a regular file nor a directory, or carries a name the implementation cannot render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94760"/>
            <a:ext cx="1091153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kind decides whether /h can hide it. File announcements appear only under /h false; error announcements appear whatever /h says.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Silencing a 10 MB skip under the default would hide requested work that did not happen - which is where the split falls.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Every examined file contributes at most one of two things, never both: a block if it matched, a file announcement if it did not.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Announcements route through the output component, not to stderr, and nothing announced affects the exit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Traversal: Depth-First, in Filesystem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Depth-first. A directory that is not pruned is descended at the point it is reached, and its subtree completes before the parent continues.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Entries are visited in the order the platform's own directory-reading facility yields them. No sorting, no grouping of files ahead of directories.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Collecting a directory's entries before visiting them is permitted, since it changes no order. Reordering is not.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An 11-name skip list prunes whole subtrees by directory basename.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57600"/>
            <a:ext cx="10241280" cy="50292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67328"/>
            <a:ext cx="9875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D8E2EC"/>
                </a:solidFill>
                <a:latin typeface="Consolas"/>
              </a:defRPr>
            </a:pPr>
            <a:r>
              <a:t>archive, .git, .svn, .hg, build, out, target, bin, obj, __pycache__, node_modules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9115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Pruning draws no announcement: cannot open reports work TextFinder could not do, pruning is work it chose not to do.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Symbolic links are never opened. One met during traversal is passed over silently; one named as a root is announced.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One rule runs under both: an entry TextFinder finds on its own it may pass over in silence, and an entry the user typed it owes an explanation for.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That is also why the skip list is never consulted for a root path. Pruning resumes immediately below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Selection and the Three Admission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/p filters by the file's last dot-suffix, a leading dot notwithstanding - .gitignore has extension gitignore.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Items are trimmed, lose one leading dot, and empty items are discarded. Comparison is case-sensitive on POSIX, case-insensitive on Windows.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This is why the C++ spec rejects std::filesystem::path::extension() by name: the wrong call is the plausible one.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 selected file is then put to three tests, in a fixed order.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1. Size, taken from the filesystem. Above 10 MB the file is never read and draws too large.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2. No NUL byte - the binary-file test. UTF-8 validity alone does not serve, since a UTF-16 file of ASCII text is valid UTF-8.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3. Valid UTF-8. A failure of test 2 or 3 draws skipped, which /h can hide.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order is test-then-read. An earlier draft read the file in full before checking size, which would have read a 200 MB file in order to refuse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Matching, and the Case That Opens No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The expression compiles once per invocation, before traversal, so a malformed pattern is refused before any file is opened.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 line is bounded by LF, CRLF, or bare CR; an unterminated final line is still a line. Splitting happens before matching.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 match is one occurrence anywhere in the line. TextFinder asks the engine one question and uses one bit of the answer.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A line holding three occurrences produces one detail line, not three.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With /n and /L both false a block has no detail lines, so evaluation of a file stops at its first match.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Add the default expression and no file content is needed at all: every selected non-empty file is reported without being opened.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The size test still runs on metadata; the NUL and UTF-8 tests do not.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Two costs are named rather than claimed away - a binary file is reported, and so is a file whose lines are all empty.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Every line ends in a single LF on every platform, which the implementation must enforce against runtimes that translate by default.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The Run Summary and the Three Exit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A file counts when it passed /p and TextFinder took its size. A directory counts when TextFinder reads its entries or tries to.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counts are of work attempted, not of announcements written - a run can print more cannot open lines than its file count admits to.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No switch suppresses the summary. Only a run that begins traversal writes it.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traversal component holds both counts in every implementation, and the entry binary asks for the line once the last root is finished.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977639"/>
          <a:ext cx="10881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96696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Returned when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The invocation succeeded. Matches found or not, error announcements or not. /H and the bare command line return 0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The command line was invalid. Usage diagnostic to stderr, nothing traversed. Only an invalid /r writes to stdout first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TextFinder could not start, for a reason that is not about what the user typed. No usage diagnostic, no traversal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9496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values are fixed so two implementations can be compared by exit code as well as by output. Finding nothing is a successful search.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Contracts: What Holds Across Implementations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whole public interface is one function, addSkipDirectory(name), called at build time.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It extends the 11 defaults rather than replacing them, so a build that adds .vs cannot lose .git by accident.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TextFinder's real interface is the command line; this exists because the skip list is the one thing the command line deliberately cannot reach.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Three non-functional requirements.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Portability - Windows and POSIX, which forces the platform-dependent comparison rules, the three terminators, and the LF requirement.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Dependencies - standard library plus the language's own regex and filesystem packages. No third-party TextFinder library, and no test framework.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Consistency - the same match set from every implementation, in depth-first traversal order and, within a file, in line order.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Four things are fixed outright so a comparison has something to rest on: the block form and its indent, the exit code, the summary form, and the option listing.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The Consistency Claim, With Its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claim is stated with its boundaries rather than overstated. Three statements, each narrowing the one before.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Order is reproducible only over the same tree on the same platform and filesystem, since traversal follows filesystem order. Elsewhere the match set still agrees.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Only for patterns all four regex engines accept alike.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500">
                <a:solidFill>
                  <a:srgbClr val="55606B"/>
                </a:solidFill>
              </a:rPr>
              <a:t>–  Only for command lines every implementation's argument vector can carry - ASCII for C++, which takes char* argv[].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The guarantee is over stdout and the exit code. What reaches stderr is each implementation's own.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Smaller than "the four implementations agree", and true.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>
                <a:solidFill>
                  <a:srgbClr val="202020"/>
                </a:solidFill>
              </a:rPr>
              <a:t>▪  Run over the shared documents of this project, all three implementations built so far report accessed 47 files, 36 directories.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Four Regex Engines and the Portable Subset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Engine</a:t>
                      </a:r>
                    </a:p>
                  </a:txBody>
                  <a:tcPr marL="73152" marT="27432" marB="27432">
                    <a:solidFill>
                      <a:srgbClr val="1E2B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C++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std::regex constructed with std::regex::ECMAScript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Rust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the regex crate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C#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System.Text.RegularExpressions.Regex</a:t>
                      </a:r>
                    </a:p>
                  </a:txBody>
                  <a:tcPr marL="73152" marT="27432" marB="27432">
                    <a:solidFill>
                      <a:srgbClr val="F2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</a:defRPr>
                      </a:pPr>
                      <a:r>
                        <a:t>the re module of the standard library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54680"/>
            <a:ext cx="1091153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600">
                <a:solidFill>
                  <a:srgbClr val="202020"/>
                </a:solidFill>
              </a:rPr>
              <a:t>▪  No engine in common use spans the four languages, and no third-party engine gives one syntax without breaking the dependency rule.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600">
                <a:solidFill>
                  <a:srgbClr val="202020"/>
                </a:solidFill>
              </a:rPr>
              <a:t>▪  The subset works because TextFinder asks so little: one question per line, and the whole line reported. Greediness, alternation preference, and capture-group numbering are unobservable.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600">
                <a:solidFill>
                  <a:srgbClr val="202020"/>
                </a:solidFill>
              </a:rPr>
              <a:t>▪  Inside the subset: literals and escapes, ., the quantifiers and their lazy forms, alternation and grouping, character classes, ^ and $, the class escapes, the character escapes.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The class escapes agree on ASCII lines only - std::regex over char matches a byte where the other three match a scalar value.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600">
                <a:solidFill>
                  <a:srgbClr val="202020"/>
                </a:solidFill>
              </a:rPr>
              <a:t>▪  Outside it: backreferences, lookaround, named groups, inline flags, atomic and possessive quantifiers, \p{L}, POSIX class names, \A \z \Z.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A pattern outside the subset is accepted anyway. The larger cost is not a difference in output but a difference in whether there is output.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EB4D4"/>
                </a:solidFill>
              </a:defRPr>
            </a:pPr>
            <a:r>
              <a:t>BEHAVIOR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What Every Implementation Must Provide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Unit suites, one per library component, each beside the code it tests and exercising that component's own specification.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One integration suite, driving the built executable end to end - the startup sequence, the exit codes, and the stream routing a unit suite cannot reach.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One demonstration, running the built executable against this project's own tree. A record of observed behavior rather than a test: it asserts nothing and fails nothing.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 runner per kind, which builds before it runs.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A suite that was never built counts as a failure, so a green run cannot mean that nothing ran.</a:t>
            </a:r>
          </a:p>
          <a:p>
            <a:pPr lvl="1" marL="384048" indent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400">
                <a:solidFill>
                  <a:srgbClr val="55606B"/>
                </a:solidFill>
              </a:rPr>
              <a:t>–  A build that fails counts every suite as failed rather than running yesterday's binary against today's source.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 demonstration's output moves as the tree changes, so a capture states its date and is replaced wholesale rather than edited.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Two non-goals: TextFinder does not modify files, and it does not follow symbolic links or search binary files - each with the test that gives it operational meaning.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the Two Threads Add Up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The documents are the source. Code follows a specification change, never the reverse, and the records show where every rule came from.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An ambiguity is a question. That single rule is what turns a design conversation into numbered reviews answered item by item.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A rule lands where it binds. If it changes what a user sees, it moves up to the project specification; if it is a language binding, it stays down.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The specification is written to be tested. Boundary-observable requirements, numeric quantities, quoted fixed text.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Costs and limits are stated, not claimed away. Two accepted costs in the no-content case, one ordering retreat, one wording retreat, and a consistency claim narrowed three times.</a:t>
            </a:r>
          </a:p>
          <a:p>
            <a:pPr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rgbClr val="202020"/>
                </a:solidFill>
              </a:rPr>
              <a:t>▪  The payoff is comparability. Four implementations, one match set, one exit code, one summary line - and a disagreement is a defect rather than a difference of convention.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